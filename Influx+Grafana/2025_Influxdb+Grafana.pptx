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Lst>
  <p:sldSz cy="6858000" cx="12192000"/>
  <p:notesSz cx="6858000" cy="9144000"/>
  <p:embeddedFontLst>
    <p:embeddedFont>
      <p:font typeface="Arimo"/>
      <p:regular r:id="rId45"/>
      <p:bold r:id="rId46"/>
      <p:italic r:id="rId47"/>
      <p:boldItalic r:id="rId48"/>
    </p:embeddedFont>
    <p:embeddedFont>
      <p:font typeface="Century Gothic"/>
      <p:regular r:id="rId49"/>
      <p:bold r:id="rId50"/>
      <p:italic r:id="rId51"/>
      <p:boldItalic r:id="rId5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3" roundtripDataSignature="AMtx7miXrl0IHvByqGxmXQy3LML522PbT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font" Target="fonts/Arimo-bold.fntdata"/><Relationship Id="rId45" Type="http://schemas.openxmlformats.org/officeDocument/2006/relationships/font" Target="fonts/Arimo-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font" Target="fonts/Arimo-boldItalic.fntdata"/><Relationship Id="rId47" Type="http://schemas.openxmlformats.org/officeDocument/2006/relationships/font" Target="fonts/Arimo-italic.fntdata"/><Relationship Id="rId49" Type="http://schemas.openxmlformats.org/officeDocument/2006/relationships/font" Target="fonts/CenturyGothic-regular.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font" Target="fonts/CenturyGothic-italic.fntdata"/><Relationship Id="rId50" Type="http://schemas.openxmlformats.org/officeDocument/2006/relationships/font" Target="fonts/CenturyGothic-bold.fntdata"/><Relationship Id="rId53" Type="http://customschemas.google.com/relationships/presentationmetadata" Target="metadata"/><Relationship Id="rId52" Type="http://schemas.openxmlformats.org/officeDocument/2006/relationships/font" Target="fonts/CenturyGothic-boldItalic.fnt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p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3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p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p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4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2" name="Shape 12"/>
        <p:cNvGrpSpPr/>
        <p:nvPr/>
      </p:nvGrpSpPr>
      <p:grpSpPr>
        <a:xfrm>
          <a:off x="0" y="0"/>
          <a:ext cx="0" cy="0"/>
          <a:chOff x="0" y="0"/>
          <a:chExt cx="0" cy="0"/>
        </a:xfrm>
      </p:grpSpPr>
      <p:pic>
        <p:nvPicPr>
          <p:cNvPr descr="C0-HD-BTM.png" id="13" name="Google Shape;13;p42"/>
          <p:cNvPicPr preferRelativeResize="0"/>
          <p:nvPr/>
        </p:nvPicPr>
        <p:blipFill rotWithShape="1">
          <a:blip r:embed="rId2">
            <a:alphaModFix/>
          </a:blip>
          <a:srcRect b="0" l="0" r="0" t="0"/>
          <a:stretch/>
        </p:blipFill>
        <p:spPr>
          <a:xfrm>
            <a:off x="0" y="4375150"/>
            <a:ext cx="12192000" cy="2482850"/>
          </a:xfrm>
          <a:prstGeom prst="rect">
            <a:avLst/>
          </a:prstGeom>
          <a:noFill/>
          <a:ln>
            <a:noFill/>
          </a:ln>
        </p:spPr>
      </p:pic>
      <p:sp>
        <p:nvSpPr>
          <p:cNvPr id="14" name="Google Shape;14;p42"/>
          <p:cNvSpPr txBox="1"/>
          <p:nvPr>
            <p:ph type="ctrTitle"/>
          </p:nvPr>
        </p:nvSpPr>
        <p:spPr>
          <a:xfrm>
            <a:off x="1371600" y="1803405"/>
            <a:ext cx="9448800" cy="1825096"/>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6000"/>
              <a:buFont typeface="Century Gothic"/>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 name="Google Shape;15;p42"/>
          <p:cNvSpPr txBox="1"/>
          <p:nvPr>
            <p:ph idx="1" type="subTitle"/>
          </p:nvPr>
        </p:nvSpPr>
        <p:spPr>
          <a:xfrm>
            <a:off x="1371600" y="3632201"/>
            <a:ext cx="9448800" cy="6858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chemeClr val="lt1"/>
              </a:buClr>
              <a:buSzPts val="2000"/>
              <a:buNone/>
              <a:defRPr sz="20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p:txBody>
      </p:sp>
      <p:sp>
        <p:nvSpPr>
          <p:cNvPr id="16" name="Google Shape;16;p42"/>
          <p:cNvSpPr txBox="1"/>
          <p:nvPr>
            <p:ph idx="10" type="dt"/>
          </p:nvPr>
        </p:nvSpPr>
        <p:spPr>
          <a:xfrm>
            <a:off x="7909561" y="4314328"/>
            <a:ext cx="2910840" cy="374642"/>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42"/>
          <p:cNvSpPr txBox="1"/>
          <p:nvPr>
            <p:ph idx="11" type="ftr"/>
          </p:nvPr>
        </p:nvSpPr>
        <p:spPr>
          <a:xfrm>
            <a:off x="1371600" y="4323845"/>
            <a:ext cx="6400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42"/>
          <p:cNvSpPr txBox="1"/>
          <p:nvPr>
            <p:ph idx="12" type="sldNum"/>
          </p:nvPr>
        </p:nvSpPr>
        <p:spPr>
          <a:xfrm>
            <a:off x="8077200" y="1430866"/>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19" name="Shape 19"/>
        <p:cNvGrpSpPr/>
        <p:nvPr/>
      </p:nvGrpSpPr>
      <p:grpSpPr>
        <a:xfrm>
          <a:off x="0" y="0"/>
          <a:ext cx="0" cy="0"/>
          <a:chOff x="0" y="0"/>
          <a:chExt cx="0" cy="0"/>
        </a:xfrm>
      </p:grpSpPr>
      <p:sp>
        <p:nvSpPr>
          <p:cNvPr id="20" name="Google Shape;20;p43"/>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lvl1pPr lvl="0" algn="r">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43"/>
          <p:cNvSpPr txBox="1"/>
          <p:nvPr>
            <p:ph idx="1" type="body"/>
          </p:nvPr>
        </p:nvSpPr>
        <p:spPr>
          <a:xfrm>
            <a:off x="685800" y="2194560"/>
            <a:ext cx="10820400" cy="40241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22" name="Google Shape;22;p43"/>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43"/>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43"/>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showMasterSp="0" type="secHead">
  <p:cSld name="SECTION_HEADER">
    <p:spTree>
      <p:nvGrpSpPr>
        <p:cNvPr id="25" name="Shape 25"/>
        <p:cNvGrpSpPr/>
        <p:nvPr/>
      </p:nvGrpSpPr>
      <p:grpSpPr>
        <a:xfrm>
          <a:off x="0" y="0"/>
          <a:ext cx="0" cy="0"/>
          <a:chOff x="0" y="0"/>
          <a:chExt cx="0" cy="0"/>
        </a:xfrm>
      </p:grpSpPr>
      <p:pic>
        <p:nvPicPr>
          <p:cNvPr descr="C0-HD-BTM.png" id="26" name="Google Shape;26;p44"/>
          <p:cNvPicPr preferRelativeResize="0"/>
          <p:nvPr/>
        </p:nvPicPr>
        <p:blipFill rotWithShape="1">
          <a:blip r:embed="rId2">
            <a:alphaModFix/>
          </a:blip>
          <a:srcRect b="0" l="0" r="0" t="0"/>
          <a:stretch/>
        </p:blipFill>
        <p:spPr>
          <a:xfrm>
            <a:off x="0" y="4375150"/>
            <a:ext cx="12192000" cy="2482850"/>
          </a:xfrm>
          <a:prstGeom prst="rect">
            <a:avLst/>
          </a:prstGeom>
          <a:noFill/>
          <a:ln>
            <a:noFill/>
          </a:ln>
        </p:spPr>
      </p:pic>
      <p:sp>
        <p:nvSpPr>
          <p:cNvPr id="27" name="Google Shape;27;p44"/>
          <p:cNvSpPr txBox="1"/>
          <p:nvPr>
            <p:ph type="title"/>
          </p:nvPr>
        </p:nvSpPr>
        <p:spPr>
          <a:xfrm>
            <a:off x="685800" y="753533"/>
            <a:ext cx="10820399" cy="2801935"/>
          </a:xfrm>
          <a:prstGeom prst="rect">
            <a:avLst/>
          </a:prstGeom>
          <a:noFill/>
          <a:ln>
            <a:noFill/>
          </a:ln>
        </p:spPr>
        <p:txBody>
          <a:bodyPr anchorCtr="0" anchor="b" bIns="45700" lIns="91425" spcFirstLastPara="1" rIns="91425" wrap="square" tIns="45700">
            <a:normAutofit/>
          </a:bodyPr>
          <a:lstStyle>
            <a:lvl1pPr lvl="0" algn="r">
              <a:lnSpc>
                <a:spcPct val="90000"/>
              </a:lnSpc>
              <a:spcBef>
                <a:spcPts val="0"/>
              </a:spcBef>
              <a:spcAft>
                <a:spcPts val="0"/>
              </a:spcAft>
              <a:buClr>
                <a:schemeClr val="lt1"/>
              </a:buClr>
              <a:buSzPts val="4000"/>
              <a:buFont typeface="Century Gothic"/>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44"/>
          <p:cNvSpPr txBox="1"/>
          <p:nvPr>
            <p:ph idx="1" type="body"/>
          </p:nvPr>
        </p:nvSpPr>
        <p:spPr>
          <a:xfrm>
            <a:off x="1024467" y="3641725"/>
            <a:ext cx="10490200" cy="955675"/>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lt1"/>
              </a:buClr>
              <a:buSzPts val="2200"/>
              <a:buNone/>
              <a:defRPr sz="2200">
                <a:solidFill>
                  <a:schemeClr val="lt1"/>
                </a:solidFill>
              </a:defRPr>
            </a:lvl1pPr>
            <a:lvl2pPr indent="-228600" lvl="1" marL="914400" algn="l">
              <a:lnSpc>
                <a:spcPct val="90000"/>
              </a:lnSpc>
              <a:spcBef>
                <a:spcPts val="500"/>
              </a:spcBef>
              <a:spcAft>
                <a:spcPts val="0"/>
              </a:spcAft>
              <a:buClr>
                <a:schemeClr val="lt1"/>
              </a:buClr>
              <a:buSzPts val="2000"/>
              <a:buNone/>
              <a:defRPr sz="2000">
                <a:solidFill>
                  <a:schemeClr val="lt1"/>
                </a:solidFill>
              </a:defRPr>
            </a:lvl2pPr>
            <a:lvl3pPr indent="-228600" lvl="2" marL="1371600" algn="l">
              <a:lnSpc>
                <a:spcPct val="90000"/>
              </a:lnSpc>
              <a:spcBef>
                <a:spcPts val="500"/>
              </a:spcBef>
              <a:spcAft>
                <a:spcPts val="0"/>
              </a:spcAft>
              <a:buClr>
                <a:schemeClr val="lt1"/>
              </a:buClr>
              <a:buSzPts val="1800"/>
              <a:buNone/>
              <a:defRPr sz="1800">
                <a:solidFill>
                  <a:schemeClr val="lt1"/>
                </a:solidFill>
              </a:defRPr>
            </a:lvl3pPr>
            <a:lvl4pPr indent="-228600" lvl="3" marL="1828800" algn="l">
              <a:lnSpc>
                <a:spcPct val="90000"/>
              </a:lnSpc>
              <a:spcBef>
                <a:spcPts val="500"/>
              </a:spcBef>
              <a:spcAft>
                <a:spcPts val="0"/>
              </a:spcAft>
              <a:buClr>
                <a:schemeClr val="lt1"/>
              </a:buClr>
              <a:buSzPts val="1600"/>
              <a:buNone/>
              <a:defRPr sz="1600">
                <a:solidFill>
                  <a:schemeClr val="lt1"/>
                </a:solidFill>
              </a:defRPr>
            </a:lvl4pPr>
            <a:lvl5pPr indent="-228600" lvl="4" marL="2286000" algn="l">
              <a:lnSpc>
                <a:spcPct val="90000"/>
              </a:lnSpc>
              <a:spcBef>
                <a:spcPts val="500"/>
              </a:spcBef>
              <a:spcAft>
                <a:spcPts val="0"/>
              </a:spcAft>
              <a:buClr>
                <a:schemeClr val="lt1"/>
              </a:buClr>
              <a:buSzPts val="1600"/>
              <a:buNone/>
              <a:defRPr sz="1600">
                <a:solidFill>
                  <a:schemeClr val="lt1"/>
                </a:solidFill>
              </a:defRPr>
            </a:lvl5pPr>
            <a:lvl6pPr indent="-228600" lvl="5" marL="2743200" algn="l">
              <a:lnSpc>
                <a:spcPct val="90000"/>
              </a:lnSpc>
              <a:spcBef>
                <a:spcPts val="500"/>
              </a:spcBef>
              <a:spcAft>
                <a:spcPts val="0"/>
              </a:spcAft>
              <a:buClr>
                <a:schemeClr val="lt1"/>
              </a:buClr>
              <a:buSzPts val="1600"/>
              <a:buNone/>
              <a:defRPr sz="1600">
                <a:solidFill>
                  <a:schemeClr val="lt1"/>
                </a:solidFill>
              </a:defRPr>
            </a:lvl6pPr>
            <a:lvl7pPr indent="-228600" lvl="6" marL="3200400" algn="l">
              <a:lnSpc>
                <a:spcPct val="90000"/>
              </a:lnSpc>
              <a:spcBef>
                <a:spcPts val="500"/>
              </a:spcBef>
              <a:spcAft>
                <a:spcPts val="0"/>
              </a:spcAft>
              <a:buClr>
                <a:schemeClr val="lt1"/>
              </a:buClr>
              <a:buSzPts val="1600"/>
              <a:buNone/>
              <a:defRPr sz="1600">
                <a:solidFill>
                  <a:schemeClr val="lt1"/>
                </a:solidFill>
              </a:defRPr>
            </a:lvl7pPr>
            <a:lvl8pPr indent="-228600" lvl="7" marL="3657600" algn="l">
              <a:lnSpc>
                <a:spcPct val="90000"/>
              </a:lnSpc>
              <a:spcBef>
                <a:spcPts val="500"/>
              </a:spcBef>
              <a:spcAft>
                <a:spcPts val="0"/>
              </a:spcAft>
              <a:buClr>
                <a:schemeClr val="lt1"/>
              </a:buClr>
              <a:buSzPts val="1600"/>
              <a:buNone/>
              <a:defRPr sz="1600">
                <a:solidFill>
                  <a:schemeClr val="lt1"/>
                </a:solidFill>
              </a:defRPr>
            </a:lvl8pPr>
            <a:lvl9pPr indent="-228600" lvl="8" marL="4114800" algn="l">
              <a:lnSpc>
                <a:spcPct val="90000"/>
              </a:lnSpc>
              <a:spcBef>
                <a:spcPts val="500"/>
              </a:spcBef>
              <a:spcAft>
                <a:spcPts val="0"/>
              </a:spcAft>
              <a:buClr>
                <a:schemeClr val="lt1"/>
              </a:buClr>
              <a:buSzPts val="1600"/>
              <a:buNone/>
              <a:defRPr sz="1600">
                <a:solidFill>
                  <a:schemeClr val="lt1"/>
                </a:solidFill>
              </a:defRPr>
            </a:lvl9pPr>
          </a:lstStyle>
          <a:p/>
        </p:txBody>
      </p:sp>
      <p:sp>
        <p:nvSpPr>
          <p:cNvPr id="29" name="Google Shape;29;p44"/>
          <p:cNvSpPr txBox="1"/>
          <p:nvPr>
            <p:ph idx="10" type="dt"/>
          </p:nvPr>
        </p:nvSpPr>
        <p:spPr>
          <a:xfrm>
            <a:off x="7814452" y="381000"/>
            <a:ext cx="291084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4"/>
          <p:cNvSpPr txBox="1"/>
          <p:nvPr>
            <p:ph idx="11" type="ftr"/>
          </p:nvPr>
        </p:nvSpPr>
        <p:spPr>
          <a:xfrm>
            <a:off x="685800" y="381001"/>
            <a:ext cx="6991492" cy="36406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4"/>
          <p:cNvSpPr txBox="1"/>
          <p:nvPr>
            <p:ph idx="12" type="sldNum"/>
          </p:nvPr>
        </p:nvSpPr>
        <p:spPr>
          <a:xfrm>
            <a:off x="10862452" y="381000"/>
            <a:ext cx="64374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32" name="Shape 32"/>
        <p:cNvGrpSpPr/>
        <p:nvPr/>
      </p:nvGrpSpPr>
      <p:grpSpPr>
        <a:xfrm>
          <a:off x="0" y="0"/>
          <a:ext cx="0" cy="0"/>
          <a:chOff x="0" y="0"/>
          <a:chExt cx="0" cy="0"/>
        </a:xfrm>
      </p:grpSpPr>
      <p:sp>
        <p:nvSpPr>
          <p:cNvPr id="33" name="Google Shape;33;p45"/>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lvl1pPr lvl="0" algn="r">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45"/>
          <p:cNvSpPr txBox="1"/>
          <p:nvPr>
            <p:ph idx="1" type="body"/>
          </p:nvPr>
        </p:nvSpPr>
        <p:spPr>
          <a:xfrm>
            <a:off x="685800" y="2194559"/>
            <a:ext cx="5334000" cy="40241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35" name="Google Shape;35;p45"/>
          <p:cNvSpPr txBox="1"/>
          <p:nvPr>
            <p:ph idx="2" type="body"/>
          </p:nvPr>
        </p:nvSpPr>
        <p:spPr>
          <a:xfrm>
            <a:off x="6172200" y="2194559"/>
            <a:ext cx="5334000" cy="40241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36" name="Google Shape;36;p45"/>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45"/>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45"/>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39" name="Shape 39"/>
        <p:cNvGrpSpPr/>
        <p:nvPr/>
      </p:nvGrpSpPr>
      <p:grpSpPr>
        <a:xfrm>
          <a:off x="0" y="0"/>
          <a:ext cx="0" cy="0"/>
          <a:chOff x="0" y="0"/>
          <a:chExt cx="0" cy="0"/>
        </a:xfrm>
      </p:grpSpPr>
      <p:sp>
        <p:nvSpPr>
          <p:cNvPr id="40" name="Google Shape;40;p46"/>
          <p:cNvSpPr txBox="1"/>
          <p:nvPr>
            <p:ph type="title"/>
          </p:nvPr>
        </p:nvSpPr>
        <p:spPr>
          <a:xfrm>
            <a:off x="2895600" y="762000"/>
            <a:ext cx="8610600" cy="1295400"/>
          </a:xfrm>
          <a:prstGeom prst="rect">
            <a:avLst/>
          </a:prstGeom>
          <a:noFill/>
          <a:ln>
            <a:noFill/>
          </a:ln>
        </p:spPr>
        <p:txBody>
          <a:bodyPr anchorCtr="0" anchor="ctr" bIns="45700" lIns="91425" spcFirstLastPara="1" rIns="91425" wrap="square" tIns="45700">
            <a:normAutofit/>
          </a:bodyPr>
          <a:lstStyle>
            <a:lvl1pPr lvl="0" algn="r">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 name="Google Shape;41;p46"/>
          <p:cNvSpPr txBox="1"/>
          <p:nvPr>
            <p:ph idx="1" type="body"/>
          </p:nvPr>
        </p:nvSpPr>
        <p:spPr>
          <a:xfrm>
            <a:off x="914409" y="2183802"/>
            <a:ext cx="5079991"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800"/>
              <a:buNone/>
              <a:defRPr b="0" sz="2800">
                <a:solidFill>
                  <a:schemeClr val="lt1"/>
                </a:solidFil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42" name="Google Shape;42;p46"/>
          <p:cNvSpPr txBox="1"/>
          <p:nvPr>
            <p:ph idx="2" type="body"/>
          </p:nvPr>
        </p:nvSpPr>
        <p:spPr>
          <a:xfrm>
            <a:off x="685800" y="3132666"/>
            <a:ext cx="5311775" cy="3086019"/>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43" name="Google Shape;43;p46"/>
          <p:cNvSpPr txBox="1"/>
          <p:nvPr>
            <p:ph idx="3" type="body"/>
          </p:nvPr>
        </p:nvSpPr>
        <p:spPr>
          <a:xfrm>
            <a:off x="6400800" y="2183802"/>
            <a:ext cx="5105400"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800"/>
              <a:buNone/>
              <a:defRPr b="0" sz="2800">
                <a:solidFill>
                  <a:schemeClr val="lt1"/>
                </a:solidFil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44" name="Google Shape;44;p46"/>
          <p:cNvSpPr txBox="1"/>
          <p:nvPr>
            <p:ph idx="4" type="body"/>
          </p:nvPr>
        </p:nvSpPr>
        <p:spPr>
          <a:xfrm>
            <a:off x="6172200" y="3132666"/>
            <a:ext cx="5334000" cy="3086019"/>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45" name="Google Shape;45;p46"/>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46"/>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46"/>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48" name="Shape 48"/>
        <p:cNvGrpSpPr/>
        <p:nvPr/>
      </p:nvGrpSpPr>
      <p:grpSpPr>
        <a:xfrm>
          <a:off x="0" y="0"/>
          <a:ext cx="0" cy="0"/>
          <a:chOff x="0" y="0"/>
          <a:chExt cx="0" cy="0"/>
        </a:xfrm>
      </p:grpSpPr>
      <p:sp>
        <p:nvSpPr>
          <p:cNvPr id="49" name="Google Shape;49;p47"/>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lvl1pPr lvl="0" algn="r">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 name="Google Shape;50;p47"/>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47"/>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47"/>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53" name="Shape 53"/>
        <p:cNvGrpSpPr/>
        <p:nvPr/>
      </p:nvGrpSpPr>
      <p:grpSpPr>
        <a:xfrm>
          <a:off x="0" y="0"/>
          <a:ext cx="0" cy="0"/>
          <a:chOff x="0" y="0"/>
          <a:chExt cx="0" cy="0"/>
        </a:xfrm>
      </p:grpSpPr>
      <p:sp>
        <p:nvSpPr>
          <p:cNvPr id="54" name="Google Shape;54;p48"/>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48"/>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48"/>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57" name="Shape 57"/>
        <p:cNvGrpSpPr/>
        <p:nvPr/>
      </p:nvGrpSpPr>
      <p:grpSpPr>
        <a:xfrm>
          <a:off x="0" y="0"/>
          <a:ext cx="0" cy="0"/>
          <a:chOff x="0" y="0"/>
          <a:chExt cx="0" cy="0"/>
        </a:xfrm>
      </p:grpSpPr>
      <p:sp>
        <p:nvSpPr>
          <p:cNvPr id="58" name="Google Shape;58;p49"/>
          <p:cNvSpPr txBox="1"/>
          <p:nvPr>
            <p:ph type="title"/>
          </p:nvPr>
        </p:nvSpPr>
        <p:spPr>
          <a:xfrm>
            <a:off x="685800" y="1524000"/>
            <a:ext cx="411480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3200"/>
              <a:buFont typeface="Century Gothic"/>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9" name="Google Shape;59;p49"/>
          <p:cNvSpPr txBox="1"/>
          <p:nvPr>
            <p:ph idx="1" type="body"/>
          </p:nvPr>
        </p:nvSpPr>
        <p:spPr>
          <a:xfrm>
            <a:off x="4995582" y="746759"/>
            <a:ext cx="6510618" cy="5471925"/>
          </a:xfrm>
          <a:prstGeom prst="rect">
            <a:avLst/>
          </a:prstGeom>
          <a:noFill/>
          <a:ln>
            <a:noFill/>
          </a:ln>
        </p:spPr>
        <p:txBody>
          <a:bodyPr anchorCtr="0" anchor="ctr"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60" name="Google Shape;60;p49"/>
          <p:cNvSpPr txBox="1"/>
          <p:nvPr>
            <p:ph idx="2" type="body"/>
          </p:nvPr>
        </p:nvSpPr>
        <p:spPr>
          <a:xfrm>
            <a:off x="685800" y="3124199"/>
            <a:ext cx="4114800" cy="309448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61" name="Google Shape;61;p49"/>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49"/>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49"/>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4" name="Shape 64"/>
        <p:cNvGrpSpPr/>
        <p:nvPr/>
      </p:nvGrpSpPr>
      <p:grpSpPr>
        <a:xfrm>
          <a:off x="0" y="0"/>
          <a:ext cx="0" cy="0"/>
          <a:chOff x="0" y="0"/>
          <a:chExt cx="0" cy="0"/>
        </a:xfrm>
      </p:grpSpPr>
      <p:sp>
        <p:nvSpPr>
          <p:cNvPr id="65" name="Google Shape;65;p50"/>
          <p:cNvSpPr txBox="1"/>
          <p:nvPr>
            <p:ph type="title"/>
          </p:nvPr>
        </p:nvSpPr>
        <p:spPr>
          <a:xfrm>
            <a:off x="685800" y="1524000"/>
            <a:ext cx="687324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3200"/>
              <a:buFont typeface="Century Gothic"/>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 name="Google Shape;66;p50"/>
          <p:cNvSpPr/>
          <p:nvPr>
            <p:ph idx="2" type="pic"/>
          </p:nvPr>
        </p:nvSpPr>
        <p:spPr>
          <a:xfrm>
            <a:off x="7861238" y="751241"/>
            <a:ext cx="3644962" cy="5467443"/>
          </a:xfrm>
          <a:prstGeom prst="rect">
            <a:avLst/>
          </a:prstGeom>
          <a:noFill/>
          <a:ln>
            <a:noFill/>
          </a:ln>
        </p:spPr>
      </p:sp>
      <p:sp>
        <p:nvSpPr>
          <p:cNvPr id="67" name="Google Shape;67;p50"/>
          <p:cNvSpPr txBox="1"/>
          <p:nvPr>
            <p:ph idx="1" type="body"/>
          </p:nvPr>
        </p:nvSpPr>
        <p:spPr>
          <a:xfrm>
            <a:off x="685800" y="3124199"/>
            <a:ext cx="6873240" cy="309448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68" name="Google Shape;68;p50"/>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50"/>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50"/>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panorámica con descripción">
  <p:cSld name="Imagen panorámica con descripción">
    <p:spTree>
      <p:nvGrpSpPr>
        <p:cNvPr id="71" name="Shape 71"/>
        <p:cNvGrpSpPr/>
        <p:nvPr/>
      </p:nvGrpSpPr>
      <p:grpSpPr>
        <a:xfrm>
          <a:off x="0" y="0"/>
          <a:ext cx="0" cy="0"/>
          <a:chOff x="0" y="0"/>
          <a:chExt cx="0" cy="0"/>
        </a:xfrm>
      </p:grpSpPr>
      <p:sp>
        <p:nvSpPr>
          <p:cNvPr id="72" name="Google Shape;72;p51"/>
          <p:cNvSpPr txBox="1"/>
          <p:nvPr>
            <p:ph type="title"/>
          </p:nvPr>
        </p:nvSpPr>
        <p:spPr>
          <a:xfrm>
            <a:off x="685777" y="4697360"/>
            <a:ext cx="10822034" cy="819355"/>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3200"/>
              <a:buFont typeface="Century Gothic"/>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 name="Google Shape;73;p51"/>
          <p:cNvSpPr/>
          <p:nvPr>
            <p:ph idx="2" type="pic"/>
          </p:nvPr>
        </p:nvSpPr>
        <p:spPr>
          <a:xfrm>
            <a:off x="681727" y="941439"/>
            <a:ext cx="10821840" cy="3478161"/>
          </a:xfrm>
          <a:prstGeom prst="rect">
            <a:avLst/>
          </a:prstGeom>
          <a:noFill/>
          <a:ln>
            <a:noFill/>
          </a:ln>
        </p:spPr>
      </p:sp>
      <p:sp>
        <p:nvSpPr>
          <p:cNvPr id="74" name="Google Shape;74;p51"/>
          <p:cNvSpPr txBox="1"/>
          <p:nvPr>
            <p:ph idx="1" type="body"/>
          </p:nvPr>
        </p:nvSpPr>
        <p:spPr>
          <a:xfrm>
            <a:off x="685800" y="5516715"/>
            <a:ext cx="10820400" cy="70196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75" name="Google Shape;75;p51"/>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51"/>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51"/>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descripción" showMasterSp="0">
  <p:cSld name="Título y descripción">
    <p:spTree>
      <p:nvGrpSpPr>
        <p:cNvPr id="78" name="Shape 78"/>
        <p:cNvGrpSpPr/>
        <p:nvPr/>
      </p:nvGrpSpPr>
      <p:grpSpPr>
        <a:xfrm>
          <a:off x="0" y="0"/>
          <a:ext cx="0" cy="0"/>
          <a:chOff x="0" y="0"/>
          <a:chExt cx="0" cy="0"/>
        </a:xfrm>
      </p:grpSpPr>
      <p:pic>
        <p:nvPicPr>
          <p:cNvPr descr="C0-HD-BTM.png" id="79" name="Google Shape;79;p52"/>
          <p:cNvPicPr preferRelativeResize="0"/>
          <p:nvPr/>
        </p:nvPicPr>
        <p:blipFill rotWithShape="1">
          <a:blip r:embed="rId2">
            <a:alphaModFix/>
          </a:blip>
          <a:srcRect b="0" l="0" r="0" t="0"/>
          <a:stretch/>
        </p:blipFill>
        <p:spPr>
          <a:xfrm>
            <a:off x="0" y="4375150"/>
            <a:ext cx="12192000" cy="2482850"/>
          </a:xfrm>
          <a:prstGeom prst="rect">
            <a:avLst/>
          </a:prstGeom>
          <a:noFill/>
          <a:ln>
            <a:noFill/>
          </a:ln>
        </p:spPr>
      </p:pic>
      <p:sp>
        <p:nvSpPr>
          <p:cNvPr id="80" name="Google Shape;80;p52"/>
          <p:cNvSpPr txBox="1"/>
          <p:nvPr>
            <p:ph type="title"/>
          </p:nvPr>
        </p:nvSpPr>
        <p:spPr>
          <a:xfrm>
            <a:off x="685800" y="753532"/>
            <a:ext cx="10820400" cy="2802467"/>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3200"/>
              <a:buFont typeface="Century Gothic"/>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1" name="Google Shape;81;p52"/>
          <p:cNvSpPr txBox="1"/>
          <p:nvPr>
            <p:ph idx="1" type="body"/>
          </p:nvPr>
        </p:nvSpPr>
        <p:spPr>
          <a:xfrm>
            <a:off x="1024467" y="3649133"/>
            <a:ext cx="10130516" cy="999067"/>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82" name="Google Shape;82;p52"/>
          <p:cNvSpPr txBox="1"/>
          <p:nvPr>
            <p:ph idx="10" type="dt"/>
          </p:nvPr>
        </p:nvSpPr>
        <p:spPr>
          <a:xfrm>
            <a:off x="7814452" y="381000"/>
            <a:ext cx="291084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52"/>
          <p:cNvSpPr txBox="1"/>
          <p:nvPr>
            <p:ph idx="11" type="ftr"/>
          </p:nvPr>
        </p:nvSpPr>
        <p:spPr>
          <a:xfrm>
            <a:off x="685800" y="379941"/>
            <a:ext cx="699149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52"/>
          <p:cNvSpPr txBox="1"/>
          <p:nvPr>
            <p:ph idx="12" type="sldNum"/>
          </p:nvPr>
        </p:nvSpPr>
        <p:spPr>
          <a:xfrm>
            <a:off x="10862452" y="381000"/>
            <a:ext cx="64374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ita con descripción" showMasterSp="0">
  <p:cSld name="Cita con descripción">
    <p:spTree>
      <p:nvGrpSpPr>
        <p:cNvPr id="85" name="Shape 85"/>
        <p:cNvGrpSpPr/>
        <p:nvPr/>
      </p:nvGrpSpPr>
      <p:grpSpPr>
        <a:xfrm>
          <a:off x="0" y="0"/>
          <a:ext cx="0" cy="0"/>
          <a:chOff x="0" y="0"/>
          <a:chExt cx="0" cy="0"/>
        </a:xfrm>
      </p:grpSpPr>
      <p:pic>
        <p:nvPicPr>
          <p:cNvPr descr="C0-HD-BTM.png" id="86" name="Google Shape;86;p53"/>
          <p:cNvPicPr preferRelativeResize="0"/>
          <p:nvPr/>
        </p:nvPicPr>
        <p:blipFill rotWithShape="1">
          <a:blip r:embed="rId2">
            <a:alphaModFix/>
          </a:blip>
          <a:srcRect b="0" l="0" r="0" t="0"/>
          <a:stretch/>
        </p:blipFill>
        <p:spPr>
          <a:xfrm>
            <a:off x="0" y="4375150"/>
            <a:ext cx="12192000" cy="2482850"/>
          </a:xfrm>
          <a:prstGeom prst="rect">
            <a:avLst/>
          </a:prstGeom>
          <a:noFill/>
          <a:ln>
            <a:noFill/>
          </a:ln>
        </p:spPr>
      </p:pic>
      <p:sp>
        <p:nvSpPr>
          <p:cNvPr id="87" name="Google Shape;87;p53"/>
          <p:cNvSpPr txBox="1"/>
          <p:nvPr>
            <p:ph type="title"/>
          </p:nvPr>
        </p:nvSpPr>
        <p:spPr>
          <a:xfrm>
            <a:off x="1024467" y="753533"/>
            <a:ext cx="10151533" cy="260449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3200"/>
              <a:buFont typeface="Century Gothic"/>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8" name="Google Shape;88;p53"/>
          <p:cNvSpPr txBox="1"/>
          <p:nvPr>
            <p:ph idx="1" type="body"/>
          </p:nvPr>
        </p:nvSpPr>
        <p:spPr>
          <a:xfrm>
            <a:off x="1303865" y="3365556"/>
            <a:ext cx="9592736" cy="44444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sz="14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89" name="Google Shape;89;p53"/>
          <p:cNvSpPr txBox="1"/>
          <p:nvPr>
            <p:ph idx="2" type="body"/>
          </p:nvPr>
        </p:nvSpPr>
        <p:spPr>
          <a:xfrm>
            <a:off x="1024467" y="3959862"/>
            <a:ext cx="10151533" cy="679871"/>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90" name="Google Shape;90;p53"/>
          <p:cNvSpPr txBox="1"/>
          <p:nvPr>
            <p:ph idx="10" type="dt"/>
          </p:nvPr>
        </p:nvSpPr>
        <p:spPr>
          <a:xfrm>
            <a:off x="7814452" y="381000"/>
            <a:ext cx="291084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53"/>
          <p:cNvSpPr txBox="1"/>
          <p:nvPr>
            <p:ph idx="11" type="ftr"/>
          </p:nvPr>
        </p:nvSpPr>
        <p:spPr>
          <a:xfrm>
            <a:off x="685800" y="379941"/>
            <a:ext cx="699149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53"/>
          <p:cNvSpPr txBox="1"/>
          <p:nvPr>
            <p:ph idx="12" type="sldNum"/>
          </p:nvPr>
        </p:nvSpPr>
        <p:spPr>
          <a:xfrm>
            <a:off x="10862452" y="381000"/>
            <a:ext cx="64374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
        <p:nvSpPr>
          <p:cNvPr id="93" name="Google Shape;93;p53"/>
          <p:cNvSpPr txBox="1"/>
          <p:nvPr/>
        </p:nvSpPr>
        <p:spPr>
          <a:xfrm>
            <a:off x="476250" y="933450"/>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lt1"/>
              </a:buClr>
              <a:buSzPts val="8000"/>
              <a:buFont typeface="Century Gothic"/>
              <a:buNone/>
            </a:pPr>
            <a:r>
              <a:rPr b="0" lang="es-ES" sz="8000" cap="none">
                <a:solidFill>
                  <a:schemeClr val="lt1"/>
                </a:solidFill>
                <a:latin typeface="Century Gothic"/>
                <a:ea typeface="Century Gothic"/>
                <a:cs typeface="Century Gothic"/>
                <a:sym typeface="Century Gothic"/>
              </a:rPr>
              <a:t>“</a:t>
            </a:r>
            <a:endParaRPr/>
          </a:p>
        </p:txBody>
      </p:sp>
      <p:sp>
        <p:nvSpPr>
          <p:cNvPr id="94" name="Google Shape;94;p53"/>
          <p:cNvSpPr txBox="1"/>
          <p:nvPr/>
        </p:nvSpPr>
        <p:spPr>
          <a:xfrm>
            <a:off x="10984230" y="2701290"/>
            <a:ext cx="609600" cy="584776"/>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chemeClr val="lt1"/>
              </a:buClr>
              <a:buSzPts val="8000"/>
              <a:buFont typeface="Century Gothic"/>
              <a:buNone/>
            </a:pPr>
            <a:r>
              <a:rPr b="0" lang="es-ES" sz="8000" cap="none">
                <a:solidFill>
                  <a:schemeClr val="lt1"/>
                </a:solidFill>
                <a:latin typeface="Century Gothic"/>
                <a:ea typeface="Century Gothic"/>
                <a:cs typeface="Century Gothic"/>
                <a:sym typeface="Century Gothic"/>
              </a:rPr>
              <a:t>”</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rjeta de nombre" showMasterSp="0">
  <p:cSld name="Tarjeta de nombre">
    <p:spTree>
      <p:nvGrpSpPr>
        <p:cNvPr id="95" name="Shape 95"/>
        <p:cNvGrpSpPr/>
        <p:nvPr/>
      </p:nvGrpSpPr>
      <p:grpSpPr>
        <a:xfrm>
          <a:off x="0" y="0"/>
          <a:ext cx="0" cy="0"/>
          <a:chOff x="0" y="0"/>
          <a:chExt cx="0" cy="0"/>
        </a:xfrm>
      </p:grpSpPr>
      <p:pic>
        <p:nvPicPr>
          <p:cNvPr descr="C0-HD-BTM.png" id="96" name="Google Shape;96;p54"/>
          <p:cNvPicPr preferRelativeResize="0"/>
          <p:nvPr/>
        </p:nvPicPr>
        <p:blipFill rotWithShape="1">
          <a:blip r:embed="rId2">
            <a:alphaModFix/>
          </a:blip>
          <a:srcRect b="0" l="0" r="0" t="0"/>
          <a:stretch/>
        </p:blipFill>
        <p:spPr>
          <a:xfrm>
            <a:off x="0" y="4375150"/>
            <a:ext cx="12192000" cy="2482850"/>
          </a:xfrm>
          <a:prstGeom prst="rect">
            <a:avLst/>
          </a:prstGeom>
          <a:noFill/>
          <a:ln>
            <a:noFill/>
          </a:ln>
        </p:spPr>
      </p:pic>
      <p:sp>
        <p:nvSpPr>
          <p:cNvPr id="97" name="Google Shape;97;p54"/>
          <p:cNvSpPr txBox="1"/>
          <p:nvPr>
            <p:ph type="title"/>
          </p:nvPr>
        </p:nvSpPr>
        <p:spPr>
          <a:xfrm>
            <a:off x="1024495" y="1124701"/>
            <a:ext cx="10146186" cy="2511835"/>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3200"/>
              <a:buFont typeface="Century Gothic"/>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8" name="Google Shape;98;p54"/>
          <p:cNvSpPr txBox="1"/>
          <p:nvPr>
            <p:ph idx="1" type="body"/>
          </p:nvPr>
        </p:nvSpPr>
        <p:spPr>
          <a:xfrm>
            <a:off x="1024467" y="3648315"/>
            <a:ext cx="10144654" cy="99988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99" name="Google Shape;99;p54"/>
          <p:cNvSpPr txBox="1"/>
          <p:nvPr>
            <p:ph idx="10" type="dt"/>
          </p:nvPr>
        </p:nvSpPr>
        <p:spPr>
          <a:xfrm>
            <a:off x="7814452" y="378883"/>
            <a:ext cx="291084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54"/>
          <p:cNvSpPr txBox="1"/>
          <p:nvPr>
            <p:ph idx="11" type="ftr"/>
          </p:nvPr>
        </p:nvSpPr>
        <p:spPr>
          <a:xfrm>
            <a:off x="685800" y="378883"/>
            <a:ext cx="699149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p54"/>
          <p:cNvSpPr txBox="1"/>
          <p:nvPr>
            <p:ph idx="12" type="sldNum"/>
          </p:nvPr>
        </p:nvSpPr>
        <p:spPr>
          <a:xfrm>
            <a:off x="10862452" y="381000"/>
            <a:ext cx="64374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lumna 3">
  <p:cSld name="Columna 3">
    <p:spTree>
      <p:nvGrpSpPr>
        <p:cNvPr id="102" name="Shape 102"/>
        <p:cNvGrpSpPr/>
        <p:nvPr/>
      </p:nvGrpSpPr>
      <p:grpSpPr>
        <a:xfrm>
          <a:off x="0" y="0"/>
          <a:ext cx="0" cy="0"/>
          <a:chOff x="0" y="0"/>
          <a:chExt cx="0" cy="0"/>
        </a:xfrm>
      </p:grpSpPr>
      <p:sp>
        <p:nvSpPr>
          <p:cNvPr id="103" name="Google Shape;103;p55"/>
          <p:cNvSpPr txBox="1"/>
          <p:nvPr>
            <p:ph type="title"/>
          </p:nvPr>
        </p:nvSpPr>
        <p:spPr>
          <a:xfrm>
            <a:off x="2895600" y="761999"/>
            <a:ext cx="8610599" cy="1303867"/>
          </a:xfrm>
          <a:prstGeom prst="rect">
            <a:avLst/>
          </a:prstGeom>
          <a:noFill/>
          <a:ln>
            <a:noFill/>
          </a:ln>
        </p:spPr>
        <p:txBody>
          <a:bodyPr anchorCtr="0" anchor="ctr" bIns="45700" lIns="91425" spcFirstLastPara="1" rIns="91425" wrap="square" tIns="45700">
            <a:normAutofit/>
          </a:bodyPr>
          <a:lstStyle>
            <a:lvl1pPr lvl="0" algn="r">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4" name="Google Shape;104;p55"/>
          <p:cNvSpPr txBox="1"/>
          <p:nvPr>
            <p:ph idx="1" type="body"/>
          </p:nvPr>
        </p:nvSpPr>
        <p:spPr>
          <a:xfrm>
            <a:off x="685800" y="2202080"/>
            <a:ext cx="3456432" cy="617320"/>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400"/>
              <a:buNone/>
              <a:defRPr b="0" sz="2400">
                <a:solidFill>
                  <a:schemeClr val="lt1"/>
                </a:solidFil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05" name="Google Shape;105;p55"/>
          <p:cNvSpPr txBox="1"/>
          <p:nvPr>
            <p:ph idx="2" type="body"/>
          </p:nvPr>
        </p:nvSpPr>
        <p:spPr>
          <a:xfrm>
            <a:off x="685799" y="2904565"/>
            <a:ext cx="3456432" cy="331413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sz="1400"/>
            </a:lvl1pPr>
            <a:lvl2pPr indent="-228600" lvl="1" marL="914400" algn="l">
              <a:lnSpc>
                <a:spcPct val="90000"/>
              </a:lnSpc>
              <a:spcBef>
                <a:spcPts val="500"/>
              </a:spcBef>
              <a:spcAft>
                <a:spcPts val="0"/>
              </a:spcAft>
              <a:buClr>
                <a:schemeClr val="lt1"/>
              </a:buClr>
              <a:buSzPts val="1200"/>
              <a:buNone/>
              <a:defRPr sz="1200"/>
            </a:lvl2pPr>
            <a:lvl3pPr indent="-228600" lvl="2" marL="1371600" algn="l">
              <a:lnSpc>
                <a:spcPct val="90000"/>
              </a:lnSpc>
              <a:spcBef>
                <a:spcPts val="500"/>
              </a:spcBef>
              <a:spcAft>
                <a:spcPts val="0"/>
              </a:spcAft>
              <a:buClr>
                <a:schemeClr val="lt1"/>
              </a:buClr>
              <a:buSzPts val="1000"/>
              <a:buNone/>
              <a:defRPr sz="1000"/>
            </a:lvl3pPr>
            <a:lvl4pPr indent="-228600" lvl="3" marL="1828800" algn="l">
              <a:lnSpc>
                <a:spcPct val="90000"/>
              </a:lnSpc>
              <a:spcBef>
                <a:spcPts val="500"/>
              </a:spcBef>
              <a:spcAft>
                <a:spcPts val="0"/>
              </a:spcAft>
              <a:buClr>
                <a:schemeClr val="lt1"/>
              </a:buClr>
              <a:buSzPts val="900"/>
              <a:buNone/>
              <a:defRPr sz="900"/>
            </a:lvl4pPr>
            <a:lvl5pPr indent="-228600" lvl="4" marL="2286000" algn="l">
              <a:lnSpc>
                <a:spcPct val="90000"/>
              </a:lnSpc>
              <a:spcBef>
                <a:spcPts val="500"/>
              </a:spcBef>
              <a:spcAft>
                <a:spcPts val="0"/>
              </a:spcAft>
              <a:buClr>
                <a:schemeClr val="lt1"/>
              </a:buClr>
              <a:buSzPts val="900"/>
              <a:buNone/>
              <a:defRPr sz="900"/>
            </a:lvl5pPr>
            <a:lvl6pPr indent="-228600" lvl="5" marL="2743200" algn="l">
              <a:lnSpc>
                <a:spcPct val="90000"/>
              </a:lnSpc>
              <a:spcBef>
                <a:spcPts val="500"/>
              </a:spcBef>
              <a:spcAft>
                <a:spcPts val="0"/>
              </a:spcAft>
              <a:buClr>
                <a:schemeClr val="lt1"/>
              </a:buClr>
              <a:buSzPts val="900"/>
              <a:buNone/>
              <a:defRPr sz="900"/>
            </a:lvl6pPr>
            <a:lvl7pPr indent="-228600" lvl="6" marL="3200400" algn="l">
              <a:lnSpc>
                <a:spcPct val="90000"/>
              </a:lnSpc>
              <a:spcBef>
                <a:spcPts val="500"/>
              </a:spcBef>
              <a:spcAft>
                <a:spcPts val="0"/>
              </a:spcAft>
              <a:buClr>
                <a:schemeClr val="lt1"/>
              </a:buClr>
              <a:buSzPts val="900"/>
              <a:buNone/>
              <a:defRPr sz="900"/>
            </a:lvl7pPr>
            <a:lvl8pPr indent="-228600" lvl="7" marL="3657600" algn="l">
              <a:lnSpc>
                <a:spcPct val="90000"/>
              </a:lnSpc>
              <a:spcBef>
                <a:spcPts val="500"/>
              </a:spcBef>
              <a:spcAft>
                <a:spcPts val="0"/>
              </a:spcAft>
              <a:buClr>
                <a:schemeClr val="lt1"/>
              </a:buClr>
              <a:buSzPts val="900"/>
              <a:buNone/>
              <a:defRPr sz="900"/>
            </a:lvl8pPr>
            <a:lvl9pPr indent="-228600" lvl="8" marL="4114800" algn="l">
              <a:lnSpc>
                <a:spcPct val="90000"/>
              </a:lnSpc>
              <a:spcBef>
                <a:spcPts val="500"/>
              </a:spcBef>
              <a:spcAft>
                <a:spcPts val="0"/>
              </a:spcAft>
              <a:buClr>
                <a:schemeClr val="lt1"/>
              </a:buClr>
              <a:buSzPts val="900"/>
              <a:buNone/>
              <a:defRPr sz="900"/>
            </a:lvl9pPr>
          </a:lstStyle>
          <a:p/>
        </p:txBody>
      </p:sp>
      <p:sp>
        <p:nvSpPr>
          <p:cNvPr id="106" name="Google Shape;106;p55"/>
          <p:cNvSpPr txBox="1"/>
          <p:nvPr>
            <p:ph idx="3" type="body"/>
          </p:nvPr>
        </p:nvSpPr>
        <p:spPr>
          <a:xfrm>
            <a:off x="4368800" y="2201333"/>
            <a:ext cx="3456432" cy="626534"/>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400"/>
              <a:buNone/>
              <a:defRPr b="0" sz="2400">
                <a:solidFill>
                  <a:schemeClr val="lt1"/>
                </a:solidFil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07" name="Google Shape;107;p55"/>
          <p:cNvSpPr txBox="1"/>
          <p:nvPr>
            <p:ph idx="4" type="body"/>
          </p:nvPr>
        </p:nvSpPr>
        <p:spPr>
          <a:xfrm>
            <a:off x="4366858" y="2904067"/>
            <a:ext cx="3456432" cy="331461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sz="1400"/>
            </a:lvl1pPr>
            <a:lvl2pPr indent="-228600" lvl="1" marL="914400" algn="l">
              <a:lnSpc>
                <a:spcPct val="90000"/>
              </a:lnSpc>
              <a:spcBef>
                <a:spcPts val="500"/>
              </a:spcBef>
              <a:spcAft>
                <a:spcPts val="0"/>
              </a:spcAft>
              <a:buClr>
                <a:schemeClr val="lt1"/>
              </a:buClr>
              <a:buSzPts val="1200"/>
              <a:buNone/>
              <a:defRPr sz="1200"/>
            </a:lvl2pPr>
            <a:lvl3pPr indent="-228600" lvl="2" marL="1371600" algn="l">
              <a:lnSpc>
                <a:spcPct val="90000"/>
              </a:lnSpc>
              <a:spcBef>
                <a:spcPts val="500"/>
              </a:spcBef>
              <a:spcAft>
                <a:spcPts val="0"/>
              </a:spcAft>
              <a:buClr>
                <a:schemeClr val="lt1"/>
              </a:buClr>
              <a:buSzPts val="1000"/>
              <a:buNone/>
              <a:defRPr sz="1000"/>
            </a:lvl3pPr>
            <a:lvl4pPr indent="-228600" lvl="3" marL="1828800" algn="l">
              <a:lnSpc>
                <a:spcPct val="90000"/>
              </a:lnSpc>
              <a:spcBef>
                <a:spcPts val="500"/>
              </a:spcBef>
              <a:spcAft>
                <a:spcPts val="0"/>
              </a:spcAft>
              <a:buClr>
                <a:schemeClr val="lt1"/>
              </a:buClr>
              <a:buSzPts val="900"/>
              <a:buNone/>
              <a:defRPr sz="900"/>
            </a:lvl4pPr>
            <a:lvl5pPr indent="-228600" lvl="4" marL="2286000" algn="l">
              <a:lnSpc>
                <a:spcPct val="90000"/>
              </a:lnSpc>
              <a:spcBef>
                <a:spcPts val="500"/>
              </a:spcBef>
              <a:spcAft>
                <a:spcPts val="0"/>
              </a:spcAft>
              <a:buClr>
                <a:schemeClr val="lt1"/>
              </a:buClr>
              <a:buSzPts val="900"/>
              <a:buNone/>
              <a:defRPr sz="900"/>
            </a:lvl5pPr>
            <a:lvl6pPr indent="-228600" lvl="5" marL="2743200" algn="l">
              <a:lnSpc>
                <a:spcPct val="90000"/>
              </a:lnSpc>
              <a:spcBef>
                <a:spcPts val="500"/>
              </a:spcBef>
              <a:spcAft>
                <a:spcPts val="0"/>
              </a:spcAft>
              <a:buClr>
                <a:schemeClr val="lt1"/>
              </a:buClr>
              <a:buSzPts val="900"/>
              <a:buNone/>
              <a:defRPr sz="900"/>
            </a:lvl6pPr>
            <a:lvl7pPr indent="-228600" lvl="6" marL="3200400" algn="l">
              <a:lnSpc>
                <a:spcPct val="90000"/>
              </a:lnSpc>
              <a:spcBef>
                <a:spcPts val="500"/>
              </a:spcBef>
              <a:spcAft>
                <a:spcPts val="0"/>
              </a:spcAft>
              <a:buClr>
                <a:schemeClr val="lt1"/>
              </a:buClr>
              <a:buSzPts val="900"/>
              <a:buNone/>
              <a:defRPr sz="900"/>
            </a:lvl7pPr>
            <a:lvl8pPr indent="-228600" lvl="7" marL="3657600" algn="l">
              <a:lnSpc>
                <a:spcPct val="90000"/>
              </a:lnSpc>
              <a:spcBef>
                <a:spcPts val="500"/>
              </a:spcBef>
              <a:spcAft>
                <a:spcPts val="0"/>
              </a:spcAft>
              <a:buClr>
                <a:schemeClr val="lt1"/>
              </a:buClr>
              <a:buSzPts val="900"/>
              <a:buNone/>
              <a:defRPr sz="900"/>
            </a:lvl8pPr>
            <a:lvl9pPr indent="-228600" lvl="8" marL="4114800" algn="l">
              <a:lnSpc>
                <a:spcPct val="90000"/>
              </a:lnSpc>
              <a:spcBef>
                <a:spcPts val="500"/>
              </a:spcBef>
              <a:spcAft>
                <a:spcPts val="0"/>
              </a:spcAft>
              <a:buClr>
                <a:schemeClr val="lt1"/>
              </a:buClr>
              <a:buSzPts val="900"/>
              <a:buNone/>
              <a:defRPr sz="900"/>
            </a:lvl9pPr>
          </a:lstStyle>
          <a:p/>
        </p:txBody>
      </p:sp>
      <p:sp>
        <p:nvSpPr>
          <p:cNvPr id="108" name="Google Shape;108;p55"/>
          <p:cNvSpPr txBox="1"/>
          <p:nvPr>
            <p:ph idx="5" type="body"/>
          </p:nvPr>
        </p:nvSpPr>
        <p:spPr>
          <a:xfrm>
            <a:off x="8051800" y="2192866"/>
            <a:ext cx="3456432" cy="626534"/>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400"/>
              <a:buNone/>
              <a:defRPr b="0" sz="2400">
                <a:solidFill>
                  <a:schemeClr val="lt1"/>
                </a:solidFil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09" name="Google Shape;109;p55"/>
          <p:cNvSpPr txBox="1"/>
          <p:nvPr>
            <p:ph idx="6" type="body"/>
          </p:nvPr>
        </p:nvSpPr>
        <p:spPr>
          <a:xfrm>
            <a:off x="8051801" y="2904565"/>
            <a:ext cx="3456432" cy="331413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sz="1400"/>
            </a:lvl1pPr>
            <a:lvl2pPr indent="-228600" lvl="1" marL="914400" algn="l">
              <a:lnSpc>
                <a:spcPct val="90000"/>
              </a:lnSpc>
              <a:spcBef>
                <a:spcPts val="500"/>
              </a:spcBef>
              <a:spcAft>
                <a:spcPts val="0"/>
              </a:spcAft>
              <a:buClr>
                <a:schemeClr val="lt1"/>
              </a:buClr>
              <a:buSzPts val="1200"/>
              <a:buNone/>
              <a:defRPr sz="1200"/>
            </a:lvl2pPr>
            <a:lvl3pPr indent="-228600" lvl="2" marL="1371600" algn="l">
              <a:lnSpc>
                <a:spcPct val="90000"/>
              </a:lnSpc>
              <a:spcBef>
                <a:spcPts val="500"/>
              </a:spcBef>
              <a:spcAft>
                <a:spcPts val="0"/>
              </a:spcAft>
              <a:buClr>
                <a:schemeClr val="lt1"/>
              </a:buClr>
              <a:buSzPts val="1000"/>
              <a:buNone/>
              <a:defRPr sz="1000"/>
            </a:lvl3pPr>
            <a:lvl4pPr indent="-228600" lvl="3" marL="1828800" algn="l">
              <a:lnSpc>
                <a:spcPct val="90000"/>
              </a:lnSpc>
              <a:spcBef>
                <a:spcPts val="500"/>
              </a:spcBef>
              <a:spcAft>
                <a:spcPts val="0"/>
              </a:spcAft>
              <a:buClr>
                <a:schemeClr val="lt1"/>
              </a:buClr>
              <a:buSzPts val="900"/>
              <a:buNone/>
              <a:defRPr sz="900"/>
            </a:lvl4pPr>
            <a:lvl5pPr indent="-228600" lvl="4" marL="2286000" algn="l">
              <a:lnSpc>
                <a:spcPct val="90000"/>
              </a:lnSpc>
              <a:spcBef>
                <a:spcPts val="500"/>
              </a:spcBef>
              <a:spcAft>
                <a:spcPts val="0"/>
              </a:spcAft>
              <a:buClr>
                <a:schemeClr val="lt1"/>
              </a:buClr>
              <a:buSzPts val="900"/>
              <a:buNone/>
              <a:defRPr sz="900"/>
            </a:lvl5pPr>
            <a:lvl6pPr indent="-228600" lvl="5" marL="2743200" algn="l">
              <a:lnSpc>
                <a:spcPct val="90000"/>
              </a:lnSpc>
              <a:spcBef>
                <a:spcPts val="500"/>
              </a:spcBef>
              <a:spcAft>
                <a:spcPts val="0"/>
              </a:spcAft>
              <a:buClr>
                <a:schemeClr val="lt1"/>
              </a:buClr>
              <a:buSzPts val="900"/>
              <a:buNone/>
              <a:defRPr sz="900"/>
            </a:lvl6pPr>
            <a:lvl7pPr indent="-228600" lvl="6" marL="3200400" algn="l">
              <a:lnSpc>
                <a:spcPct val="90000"/>
              </a:lnSpc>
              <a:spcBef>
                <a:spcPts val="500"/>
              </a:spcBef>
              <a:spcAft>
                <a:spcPts val="0"/>
              </a:spcAft>
              <a:buClr>
                <a:schemeClr val="lt1"/>
              </a:buClr>
              <a:buSzPts val="900"/>
              <a:buNone/>
              <a:defRPr sz="900"/>
            </a:lvl7pPr>
            <a:lvl8pPr indent="-228600" lvl="7" marL="3657600" algn="l">
              <a:lnSpc>
                <a:spcPct val="90000"/>
              </a:lnSpc>
              <a:spcBef>
                <a:spcPts val="500"/>
              </a:spcBef>
              <a:spcAft>
                <a:spcPts val="0"/>
              </a:spcAft>
              <a:buClr>
                <a:schemeClr val="lt1"/>
              </a:buClr>
              <a:buSzPts val="900"/>
              <a:buNone/>
              <a:defRPr sz="900"/>
            </a:lvl8pPr>
            <a:lvl9pPr indent="-228600" lvl="8" marL="4114800" algn="l">
              <a:lnSpc>
                <a:spcPct val="90000"/>
              </a:lnSpc>
              <a:spcBef>
                <a:spcPts val="500"/>
              </a:spcBef>
              <a:spcAft>
                <a:spcPts val="0"/>
              </a:spcAft>
              <a:buClr>
                <a:schemeClr val="lt1"/>
              </a:buClr>
              <a:buSzPts val="900"/>
              <a:buNone/>
              <a:defRPr sz="900"/>
            </a:lvl9pPr>
          </a:lstStyle>
          <a:p/>
        </p:txBody>
      </p:sp>
      <p:sp>
        <p:nvSpPr>
          <p:cNvPr id="110" name="Google Shape;110;p55"/>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1" name="Google Shape;111;p55"/>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2" name="Google Shape;112;p55"/>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lumna de imagen 3">
  <p:cSld name="Columna de imagen 3">
    <p:spTree>
      <p:nvGrpSpPr>
        <p:cNvPr id="113" name="Shape 113"/>
        <p:cNvGrpSpPr/>
        <p:nvPr/>
      </p:nvGrpSpPr>
      <p:grpSpPr>
        <a:xfrm>
          <a:off x="0" y="0"/>
          <a:ext cx="0" cy="0"/>
          <a:chOff x="0" y="0"/>
          <a:chExt cx="0" cy="0"/>
        </a:xfrm>
      </p:grpSpPr>
      <p:sp>
        <p:nvSpPr>
          <p:cNvPr id="114" name="Google Shape;114;p56"/>
          <p:cNvSpPr txBox="1"/>
          <p:nvPr>
            <p:ph type="title"/>
          </p:nvPr>
        </p:nvSpPr>
        <p:spPr>
          <a:xfrm>
            <a:off x="2895600" y="762000"/>
            <a:ext cx="8610599" cy="1295400"/>
          </a:xfrm>
          <a:prstGeom prst="rect">
            <a:avLst/>
          </a:prstGeom>
          <a:noFill/>
          <a:ln>
            <a:noFill/>
          </a:ln>
        </p:spPr>
        <p:txBody>
          <a:bodyPr anchorCtr="0" anchor="ctr" bIns="45700" lIns="91425" spcFirstLastPara="1" rIns="91425" wrap="square" tIns="45700">
            <a:normAutofit/>
          </a:bodyPr>
          <a:lstStyle>
            <a:lvl1pPr lvl="0" algn="r">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5" name="Google Shape;115;p56"/>
          <p:cNvSpPr txBox="1"/>
          <p:nvPr>
            <p:ph idx="1" type="body"/>
          </p:nvPr>
        </p:nvSpPr>
        <p:spPr>
          <a:xfrm>
            <a:off x="688618" y="4191000"/>
            <a:ext cx="3451582" cy="682765"/>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400"/>
              <a:buNone/>
              <a:defRPr b="0" sz="2400">
                <a:solidFill>
                  <a:schemeClr val="lt1"/>
                </a:solidFil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16" name="Google Shape;116;p56"/>
          <p:cNvSpPr/>
          <p:nvPr>
            <p:ph idx="2" type="pic"/>
          </p:nvPr>
        </p:nvSpPr>
        <p:spPr>
          <a:xfrm>
            <a:off x="688618" y="2362200"/>
            <a:ext cx="3451582" cy="1524000"/>
          </a:xfrm>
          <a:prstGeom prst="roundRect">
            <a:avLst>
              <a:gd fmla="val 0" name="adj"/>
            </a:avLst>
          </a:prstGeom>
          <a:noFill/>
          <a:ln>
            <a:noFill/>
          </a:ln>
          <a:effectLst>
            <a:outerShdw blurRad="50800" rotWithShape="0" algn="tl" dir="5400000" dist="50800">
              <a:srgbClr val="000000">
                <a:alpha val="42745"/>
              </a:srgbClr>
            </a:outerShdw>
          </a:effectLst>
        </p:spPr>
      </p:sp>
      <p:sp>
        <p:nvSpPr>
          <p:cNvPr id="117" name="Google Shape;117;p56"/>
          <p:cNvSpPr txBox="1"/>
          <p:nvPr>
            <p:ph idx="3" type="body"/>
          </p:nvPr>
        </p:nvSpPr>
        <p:spPr>
          <a:xfrm>
            <a:off x="688618" y="4873764"/>
            <a:ext cx="3451582" cy="134492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sz="1400"/>
            </a:lvl1pPr>
            <a:lvl2pPr indent="-228600" lvl="1" marL="914400" algn="l">
              <a:lnSpc>
                <a:spcPct val="90000"/>
              </a:lnSpc>
              <a:spcBef>
                <a:spcPts val="500"/>
              </a:spcBef>
              <a:spcAft>
                <a:spcPts val="0"/>
              </a:spcAft>
              <a:buClr>
                <a:schemeClr val="lt1"/>
              </a:buClr>
              <a:buSzPts val="1200"/>
              <a:buNone/>
              <a:defRPr sz="1200"/>
            </a:lvl2pPr>
            <a:lvl3pPr indent="-228600" lvl="2" marL="1371600" algn="l">
              <a:lnSpc>
                <a:spcPct val="90000"/>
              </a:lnSpc>
              <a:spcBef>
                <a:spcPts val="500"/>
              </a:spcBef>
              <a:spcAft>
                <a:spcPts val="0"/>
              </a:spcAft>
              <a:buClr>
                <a:schemeClr val="lt1"/>
              </a:buClr>
              <a:buSzPts val="1000"/>
              <a:buNone/>
              <a:defRPr sz="1000"/>
            </a:lvl3pPr>
            <a:lvl4pPr indent="-228600" lvl="3" marL="1828800" algn="l">
              <a:lnSpc>
                <a:spcPct val="90000"/>
              </a:lnSpc>
              <a:spcBef>
                <a:spcPts val="500"/>
              </a:spcBef>
              <a:spcAft>
                <a:spcPts val="0"/>
              </a:spcAft>
              <a:buClr>
                <a:schemeClr val="lt1"/>
              </a:buClr>
              <a:buSzPts val="900"/>
              <a:buNone/>
              <a:defRPr sz="900"/>
            </a:lvl4pPr>
            <a:lvl5pPr indent="-228600" lvl="4" marL="2286000" algn="l">
              <a:lnSpc>
                <a:spcPct val="90000"/>
              </a:lnSpc>
              <a:spcBef>
                <a:spcPts val="500"/>
              </a:spcBef>
              <a:spcAft>
                <a:spcPts val="0"/>
              </a:spcAft>
              <a:buClr>
                <a:schemeClr val="lt1"/>
              </a:buClr>
              <a:buSzPts val="900"/>
              <a:buNone/>
              <a:defRPr sz="900"/>
            </a:lvl5pPr>
            <a:lvl6pPr indent="-228600" lvl="5" marL="2743200" algn="l">
              <a:lnSpc>
                <a:spcPct val="90000"/>
              </a:lnSpc>
              <a:spcBef>
                <a:spcPts val="500"/>
              </a:spcBef>
              <a:spcAft>
                <a:spcPts val="0"/>
              </a:spcAft>
              <a:buClr>
                <a:schemeClr val="lt1"/>
              </a:buClr>
              <a:buSzPts val="900"/>
              <a:buNone/>
              <a:defRPr sz="900"/>
            </a:lvl6pPr>
            <a:lvl7pPr indent="-228600" lvl="6" marL="3200400" algn="l">
              <a:lnSpc>
                <a:spcPct val="90000"/>
              </a:lnSpc>
              <a:spcBef>
                <a:spcPts val="500"/>
              </a:spcBef>
              <a:spcAft>
                <a:spcPts val="0"/>
              </a:spcAft>
              <a:buClr>
                <a:schemeClr val="lt1"/>
              </a:buClr>
              <a:buSzPts val="900"/>
              <a:buNone/>
              <a:defRPr sz="900"/>
            </a:lvl7pPr>
            <a:lvl8pPr indent="-228600" lvl="7" marL="3657600" algn="l">
              <a:lnSpc>
                <a:spcPct val="90000"/>
              </a:lnSpc>
              <a:spcBef>
                <a:spcPts val="500"/>
              </a:spcBef>
              <a:spcAft>
                <a:spcPts val="0"/>
              </a:spcAft>
              <a:buClr>
                <a:schemeClr val="lt1"/>
              </a:buClr>
              <a:buSzPts val="900"/>
              <a:buNone/>
              <a:defRPr sz="900"/>
            </a:lvl8pPr>
            <a:lvl9pPr indent="-228600" lvl="8" marL="4114800" algn="l">
              <a:lnSpc>
                <a:spcPct val="90000"/>
              </a:lnSpc>
              <a:spcBef>
                <a:spcPts val="500"/>
              </a:spcBef>
              <a:spcAft>
                <a:spcPts val="0"/>
              </a:spcAft>
              <a:buClr>
                <a:schemeClr val="lt1"/>
              </a:buClr>
              <a:buSzPts val="900"/>
              <a:buNone/>
              <a:defRPr sz="900"/>
            </a:lvl9pPr>
          </a:lstStyle>
          <a:p/>
        </p:txBody>
      </p:sp>
      <p:sp>
        <p:nvSpPr>
          <p:cNvPr id="118" name="Google Shape;118;p56"/>
          <p:cNvSpPr txBox="1"/>
          <p:nvPr>
            <p:ph idx="4" type="body"/>
          </p:nvPr>
        </p:nvSpPr>
        <p:spPr>
          <a:xfrm>
            <a:off x="4374263" y="4191000"/>
            <a:ext cx="3448935" cy="682765"/>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400"/>
              <a:buNone/>
              <a:defRPr b="0" sz="2400">
                <a:solidFill>
                  <a:schemeClr val="lt1"/>
                </a:solidFil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19" name="Google Shape;119;p56"/>
          <p:cNvSpPr/>
          <p:nvPr>
            <p:ph idx="5" type="pic"/>
          </p:nvPr>
        </p:nvSpPr>
        <p:spPr>
          <a:xfrm>
            <a:off x="4374263" y="2362200"/>
            <a:ext cx="3448936" cy="1524000"/>
          </a:xfrm>
          <a:prstGeom prst="roundRect">
            <a:avLst>
              <a:gd fmla="val 0" name="adj"/>
            </a:avLst>
          </a:prstGeom>
          <a:noFill/>
          <a:ln>
            <a:noFill/>
          </a:ln>
          <a:effectLst>
            <a:outerShdw blurRad="50800" rotWithShape="0" algn="tl" dir="5400000" dist="50800">
              <a:srgbClr val="000000">
                <a:alpha val="42745"/>
              </a:srgbClr>
            </a:outerShdw>
          </a:effectLst>
        </p:spPr>
      </p:sp>
      <p:sp>
        <p:nvSpPr>
          <p:cNvPr id="120" name="Google Shape;120;p56"/>
          <p:cNvSpPr txBox="1"/>
          <p:nvPr>
            <p:ph idx="6" type="body"/>
          </p:nvPr>
        </p:nvSpPr>
        <p:spPr>
          <a:xfrm>
            <a:off x="4374264" y="4873763"/>
            <a:ext cx="3448935" cy="134492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sz="1400"/>
            </a:lvl1pPr>
            <a:lvl2pPr indent="-228600" lvl="1" marL="914400" algn="l">
              <a:lnSpc>
                <a:spcPct val="90000"/>
              </a:lnSpc>
              <a:spcBef>
                <a:spcPts val="500"/>
              </a:spcBef>
              <a:spcAft>
                <a:spcPts val="0"/>
              </a:spcAft>
              <a:buClr>
                <a:schemeClr val="lt1"/>
              </a:buClr>
              <a:buSzPts val="1200"/>
              <a:buNone/>
              <a:defRPr sz="1200"/>
            </a:lvl2pPr>
            <a:lvl3pPr indent="-228600" lvl="2" marL="1371600" algn="l">
              <a:lnSpc>
                <a:spcPct val="90000"/>
              </a:lnSpc>
              <a:spcBef>
                <a:spcPts val="500"/>
              </a:spcBef>
              <a:spcAft>
                <a:spcPts val="0"/>
              </a:spcAft>
              <a:buClr>
                <a:schemeClr val="lt1"/>
              </a:buClr>
              <a:buSzPts val="1000"/>
              <a:buNone/>
              <a:defRPr sz="1000"/>
            </a:lvl3pPr>
            <a:lvl4pPr indent="-228600" lvl="3" marL="1828800" algn="l">
              <a:lnSpc>
                <a:spcPct val="90000"/>
              </a:lnSpc>
              <a:spcBef>
                <a:spcPts val="500"/>
              </a:spcBef>
              <a:spcAft>
                <a:spcPts val="0"/>
              </a:spcAft>
              <a:buClr>
                <a:schemeClr val="lt1"/>
              </a:buClr>
              <a:buSzPts val="900"/>
              <a:buNone/>
              <a:defRPr sz="900"/>
            </a:lvl4pPr>
            <a:lvl5pPr indent="-228600" lvl="4" marL="2286000" algn="l">
              <a:lnSpc>
                <a:spcPct val="90000"/>
              </a:lnSpc>
              <a:spcBef>
                <a:spcPts val="500"/>
              </a:spcBef>
              <a:spcAft>
                <a:spcPts val="0"/>
              </a:spcAft>
              <a:buClr>
                <a:schemeClr val="lt1"/>
              </a:buClr>
              <a:buSzPts val="900"/>
              <a:buNone/>
              <a:defRPr sz="900"/>
            </a:lvl5pPr>
            <a:lvl6pPr indent="-228600" lvl="5" marL="2743200" algn="l">
              <a:lnSpc>
                <a:spcPct val="90000"/>
              </a:lnSpc>
              <a:spcBef>
                <a:spcPts val="500"/>
              </a:spcBef>
              <a:spcAft>
                <a:spcPts val="0"/>
              </a:spcAft>
              <a:buClr>
                <a:schemeClr val="lt1"/>
              </a:buClr>
              <a:buSzPts val="900"/>
              <a:buNone/>
              <a:defRPr sz="900"/>
            </a:lvl6pPr>
            <a:lvl7pPr indent="-228600" lvl="6" marL="3200400" algn="l">
              <a:lnSpc>
                <a:spcPct val="90000"/>
              </a:lnSpc>
              <a:spcBef>
                <a:spcPts val="500"/>
              </a:spcBef>
              <a:spcAft>
                <a:spcPts val="0"/>
              </a:spcAft>
              <a:buClr>
                <a:schemeClr val="lt1"/>
              </a:buClr>
              <a:buSzPts val="900"/>
              <a:buNone/>
              <a:defRPr sz="900"/>
            </a:lvl7pPr>
            <a:lvl8pPr indent="-228600" lvl="7" marL="3657600" algn="l">
              <a:lnSpc>
                <a:spcPct val="90000"/>
              </a:lnSpc>
              <a:spcBef>
                <a:spcPts val="500"/>
              </a:spcBef>
              <a:spcAft>
                <a:spcPts val="0"/>
              </a:spcAft>
              <a:buClr>
                <a:schemeClr val="lt1"/>
              </a:buClr>
              <a:buSzPts val="900"/>
              <a:buNone/>
              <a:defRPr sz="900"/>
            </a:lvl8pPr>
            <a:lvl9pPr indent="-228600" lvl="8" marL="4114800" algn="l">
              <a:lnSpc>
                <a:spcPct val="90000"/>
              </a:lnSpc>
              <a:spcBef>
                <a:spcPts val="500"/>
              </a:spcBef>
              <a:spcAft>
                <a:spcPts val="0"/>
              </a:spcAft>
              <a:buClr>
                <a:schemeClr val="lt1"/>
              </a:buClr>
              <a:buSzPts val="900"/>
              <a:buNone/>
              <a:defRPr sz="900"/>
            </a:lvl9pPr>
          </a:lstStyle>
          <a:p/>
        </p:txBody>
      </p:sp>
      <p:sp>
        <p:nvSpPr>
          <p:cNvPr id="121" name="Google Shape;121;p56"/>
          <p:cNvSpPr txBox="1"/>
          <p:nvPr>
            <p:ph idx="7" type="body"/>
          </p:nvPr>
        </p:nvSpPr>
        <p:spPr>
          <a:xfrm>
            <a:off x="8049731" y="4191000"/>
            <a:ext cx="3456469" cy="682765"/>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400"/>
              <a:buNone/>
              <a:defRPr b="0" sz="2400">
                <a:solidFill>
                  <a:schemeClr val="lt1"/>
                </a:solidFil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22" name="Google Shape;122;p56"/>
          <p:cNvSpPr/>
          <p:nvPr>
            <p:ph idx="8" type="pic"/>
          </p:nvPr>
        </p:nvSpPr>
        <p:spPr>
          <a:xfrm>
            <a:off x="8049855" y="2362200"/>
            <a:ext cx="3447878" cy="1524000"/>
          </a:xfrm>
          <a:prstGeom prst="roundRect">
            <a:avLst>
              <a:gd fmla="val 0" name="adj"/>
            </a:avLst>
          </a:prstGeom>
          <a:noFill/>
          <a:ln>
            <a:noFill/>
          </a:ln>
          <a:effectLst>
            <a:outerShdw blurRad="50800" rotWithShape="0" algn="tl" dir="5400000" dist="50800">
              <a:srgbClr val="000000">
                <a:alpha val="42745"/>
              </a:srgbClr>
            </a:outerShdw>
          </a:effectLst>
        </p:spPr>
      </p:sp>
      <p:sp>
        <p:nvSpPr>
          <p:cNvPr id="123" name="Google Shape;123;p56"/>
          <p:cNvSpPr txBox="1"/>
          <p:nvPr>
            <p:ph idx="9" type="body"/>
          </p:nvPr>
        </p:nvSpPr>
        <p:spPr>
          <a:xfrm>
            <a:off x="8049731" y="4873761"/>
            <a:ext cx="3452445" cy="134492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sz="1400"/>
            </a:lvl1pPr>
            <a:lvl2pPr indent="-228600" lvl="1" marL="914400" algn="l">
              <a:lnSpc>
                <a:spcPct val="90000"/>
              </a:lnSpc>
              <a:spcBef>
                <a:spcPts val="500"/>
              </a:spcBef>
              <a:spcAft>
                <a:spcPts val="0"/>
              </a:spcAft>
              <a:buClr>
                <a:schemeClr val="lt1"/>
              </a:buClr>
              <a:buSzPts val="1200"/>
              <a:buNone/>
              <a:defRPr sz="1200"/>
            </a:lvl2pPr>
            <a:lvl3pPr indent="-228600" lvl="2" marL="1371600" algn="l">
              <a:lnSpc>
                <a:spcPct val="90000"/>
              </a:lnSpc>
              <a:spcBef>
                <a:spcPts val="500"/>
              </a:spcBef>
              <a:spcAft>
                <a:spcPts val="0"/>
              </a:spcAft>
              <a:buClr>
                <a:schemeClr val="lt1"/>
              </a:buClr>
              <a:buSzPts val="1000"/>
              <a:buNone/>
              <a:defRPr sz="1000"/>
            </a:lvl3pPr>
            <a:lvl4pPr indent="-228600" lvl="3" marL="1828800" algn="l">
              <a:lnSpc>
                <a:spcPct val="90000"/>
              </a:lnSpc>
              <a:spcBef>
                <a:spcPts val="500"/>
              </a:spcBef>
              <a:spcAft>
                <a:spcPts val="0"/>
              </a:spcAft>
              <a:buClr>
                <a:schemeClr val="lt1"/>
              </a:buClr>
              <a:buSzPts val="900"/>
              <a:buNone/>
              <a:defRPr sz="900"/>
            </a:lvl4pPr>
            <a:lvl5pPr indent="-228600" lvl="4" marL="2286000" algn="l">
              <a:lnSpc>
                <a:spcPct val="90000"/>
              </a:lnSpc>
              <a:spcBef>
                <a:spcPts val="500"/>
              </a:spcBef>
              <a:spcAft>
                <a:spcPts val="0"/>
              </a:spcAft>
              <a:buClr>
                <a:schemeClr val="lt1"/>
              </a:buClr>
              <a:buSzPts val="900"/>
              <a:buNone/>
              <a:defRPr sz="900"/>
            </a:lvl5pPr>
            <a:lvl6pPr indent="-228600" lvl="5" marL="2743200" algn="l">
              <a:lnSpc>
                <a:spcPct val="90000"/>
              </a:lnSpc>
              <a:spcBef>
                <a:spcPts val="500"/>
              </a:spcBef>
              <a:spcAft>
                <a:spcPts val="0"/>
              </a:spcAft>
              <a:buClr>
                <a:schemeClr val="lt1"/>
              </a:buClr>
              <a:buSzPts val="900"/>
              <a:buNone/>
              <a:defRPr sz="900"/>
            </a:lvl6pPr>
            <a:lvl7pPr indent="-228600" lvl="6" marL="3200400" algn="l">
              <a:lnSpc>
                <a:spcPct val="90000"/>
              </a:lnSpc>
              <a:spcBef>
                <a:spcPts val="500"/>
              </a:spcBef>
              <a:spcAft>
                <a:spcPts val="0"/>
              </a:spcAft>
              <a:buClr>
                <a:schemeClr val="lt1"/>
              </a:buClr>
              <a:buSzPts val="900"/>
              <a:buNone/>
              <a:defRPr sz="900"/>
            </a:lvl7pPr>
            <a:lvl8pPr indent="-228600" lvl="7" marL="3657600" algn="l">
              <a:lnSpc>
                <a:spcPct val="90000"/>
              </a:lnSpc>
              <a:spcBef>
                <a:spcPts val="500"/>
              </a:spcBef>
              <a:spcAft>
                <a:spcPts val="0"/>
              </a:spcAft>
              <a:buClr>
                <a:schemeClr val="lt1"/>
              </a:buClr>
              <a:buSzPts val="900"/>
              <a:buNone/>
              <a:defRPr sz="900"/>
            </a:lvl8pPr>
            <a:lvl9pPr indent="-228600" lvl="8" marL="4114800" algn="l">
              <a:lnSpc>
                <a:spcPct val="90000"/>
              </a:lnSpc>
              <a:spcBef>
                <a:spcPts val="500"/>
              </a:spcBef>
              <a:spcAft>
                <a:spcPts val="0"/>
              </a:spcAft>
              <a:buClr>
                <a:schemeClr val="lt1"/>
              </a:buClr>
              <a:buSzPts val="900"/>
              <a:buNone/>
              <a:defRPr sz="900"/>
            </a:lvl9pPr>
          </a:lstStyle>
          <a:p/>
        </p:txBody>
      </p:sp>
      <p:sp>
        <p:nvSpPr>
          <p:cNvPr id="124" name="Google Shape;124;p56"/>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5" name="Google Shape;125;p56"/>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6" name="Google Shape;126;p56"/>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127" name="Shape 127"/>
        <p:cNvGrpSpPr/>
        <p:nvPr/>
      </p:nvGrpSpPr>
      <p:grpSpPr>
        <a:xfrm>
          <a:off x="0" y="0"/>
          <a:ext cx="0" cy="0"/>
          <a:chOff x="0" y="0"/>
          <a:chExt cx="0" cy="0"/>
        </a:xfrm>
      </p:grpSpPr>
      <p:sp>
        <p:nvSpPr>
          <p:cNvPr id="128" name="Google Shape;128;p57"/>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lvl1pPr lvl="0" algn="r">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9" name="Google Shape;129;p57"/>
          <p:cNvSpPr txBox="1"/>
          <p:nvPr>
            <p:ph idx="1" type="body"/>
          </p:nvPr>
        </p:nvSpPr>
        <p:spPr>
          <a:xfrm rot="5400000">
            <a:off x="4083938" y="-1203579"/>
            <a:ext cx="4024125" cy="108204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30" name="Google Shape;130;p57"/>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1" name="Google Shape;131;p57"/>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2" name="Google Shape;132;p57"/>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showMasterSp="0" type="vertTitleAndTx">
  <p:cSld name="VERTICAL_TITLE_AND_VERTICAL_TEXT">
    <p:spTree>
      <p:nvGrpSpPr>
        <p:cNvPr id="133" name="Shape 133"/>
        <p:cNvGrpSpPr/>
        <p:nvPr/>
      </p:nvGrpSpPr>
      <p:grpSpPr>
        <a:xfrm>
          <a:off x="0" y="0"/>
          <a:ext cx="0" cy="0"/>
          <a:chOff x="0" y="0"/>
          <a:chExt cx="0" cy="0"/>
        </a:xfrm>
      </p:grpSpPr>
      <p:pic>
        <p:nvPicPr>
          <p:cNvPr descr="C0-HD-BTM.png" id="134" name="Google Shape;134;p58"/>
          <p:cNvPicPr preferRelativeResize="0"/>
          <p:nvPr/>
        </p:nvPicPr>
        <p:blipFill rotWithShape="1">
          <a:blip r:embed="rId2">
            <a:alphaModFix/>
          </a:blip>
          <a:srcRect b="0" l="0" r="0" t="0"/>
          <a:stretch/>
        </p:blipFill>
        <p:spPr>
          <a:xfrm>
            <a:off x="0" y="4375150"/>
            <a:ext cx="12192000" cy="2482850"/>
          </a:xfrm>
          <a:prstGeom prst="rect">
            <a:avLst/>
          </a:prstGeom>
          <a:noFill/>
          <a:ln>
            <a:noFill/>
          </a:ln>
        </p:spPr>
      </p:pic>
      <p:sp>
        <p:nvSpPr>
          <p:cNvPr id="135" name="Google Shape;135;p58"/>
          <p:cNvSpPr txBox="1"/>
          <p:nvPr>
            <p:ph type="title"/>
          </p:nvPr>
        </p:nvSpPr>
        <p:spPr>
          <a:xfrm rot="5400000">
            <a:off x="8525934" y="1667933"/>
            <a:ext cx="3903133" cy="20574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0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6" name="Google Shape;136;p58"/>
          <p:cNvSpPr txBox="1"/>
          <p:nvPr>
            <p:ph idx="1" type="body"/>
          </p:nvPr>
        </p:nvSpPr>
        <p:spPr>
          <a:xfrm rot="5400000">
            <a:off x="3175000" y="-1405467"/>
            <a:ext cx="3903133" cy="8204201"/>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37" name="Google Shape;137;p58"/>
          <p:cNvSpPr txBox="1"/>
          <p:nvPr>
            <p:ph idx="10" type="dt"/>
          </p:nvPr>
        </p:nvSpPr>
        <p:spPr>
          <a:xfrm>
            <a:off x="7814452" y="379941"/>
            <a:ext cx="291084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8" name="Google Shape;138;p58"/>
          <p:cNvSpPr txBox="1"/>
          <p:nvPr>
            <p:ph idx="11" type="ftr"/>
          </p:nvPr>
        </p:nvSpPr>
        <p:spPr>
          <a:xfrm>
            <a:off x="685800" y="381000"/>
            <a:ext cx="699149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9" name="Google Shape;139;p58"/>
          <p:cNvSpPr txBox="1"/>
          <p:nvPr>
            <p:ph idx="12" type="sldNum"/>
          </p:nvPr>
        </p:nvSpPr>
        <p:spPr>
          <a:xfrm>
            <a:off x="10862452" y="381000"/>
            <a:ext cx="64374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theme" Target="../theme/theme1.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 name="Shape 5"/>
        <p:cNvGrpSpPr/>
        <p:nvPr/>
      </p:nvGrpSpPr>
      <p:grpSpPr>
        <a:xfrm>
          <a:off x="0" y="0"/>
          <a:ext cx="0" cy="0"/>
          <a:chOff x="0" y="0"/>
          <a:chExt cx="0" cy="0"/>
        </a:xfrm>
      </p:grpSpPr>
      <p:pic>
        <p:nvPicPr>
          <p:cNvPr descr="C0-HD-TOP.png" id="6" name="Google Shape;6;p41"/>
          <p:cNvPicPr preferRelativeResize="0"/>
          <p:nvPr/>
        </p:nvPicPr>
        <p:blipFill rotWithShape="1">
          <a:blip r:embed="rId1">
            <a:alphaModFix/>
          </a:blip>
          <a:srcRect b="0" l="0" r="0" t="0"/>
          <a:stretch/>
        </p:blipFill>
        <p:spPr>
          <a:xfrm>
            <a:off x="0" y="0"/>
            <a:ext cx="12192000" cy="1441450"/>
          </a:xfrm>
          <a:prstGeom prst="rect">
            <a:avLst/>
          </a:prstGeom>
          <a:noFill/>
          <a:ln>
            <a:noFill/>
          </a:ln>
        </p:spPr>
      </p:pic>
      <p:sp>
        <p:nvSpPr>
          <p:cNvPr id="7" name="Google Shape;7;p41"/>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lvl1pPr lvl="0" marR="0" rtl="0" algn="r">
              <a:lnSpc>
                <a:spcPct val="90000"/>
              </a:lnSpc>
              <a:spcBef>
                <a:spcPts val="0"/>
              </a:spcBef>
              <a:spcAft>
                <a:spcPts val="0"/>
              </a:spcAft>
              <a:buClr>
                <a:schemeClr val="lt1"/>
              </a:buClr>
              <a:buSzPts val="4000"/>
              <a:buFont typeface="Century Gothic"/>
              <a:buNone/>
              <a:defRPr b="0" i="0" sz="4000" u="none" cap="none" strike="noStrike">
                <a:solidFill>
                  <a:schemeClr val="lt1"/>
                </a:solidFill>
                <a:latin typeface="Century Gothic"/>
                <a:ea typeface="Century Gothic"/>
                <a:cs typeface="Century Gothic"/>
                <a:sym typeface="Century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 name="Google Shape;8;p41"/>
          <p:cNvSpPr txBox="1"/>
          <p:nvPr>
            <p:ph idx="1" type="body"/>
          </p:nvPr>
        </p:nvSpPr>
        <p:spPr>
          <a:xfrm>
            <a:off x="685800" y="2194560"/>
            <a:ext cx="10820400" cy="4024125"/>
          </a:xfrm>
          <a:prstGeom prst="rect">
            <a:avLst/>
          </a:prstGeom>
          <a:noFill/>
          <a:ln>
            <a:noFill/>
          </a:ln>
        </p:spPr>
        <p:txBody>
          <a:bodyPr anchorCtr="0" anchor="t" bIns="45700" lIns="91425" spcFirstLastPara="1" rIns="91425" wrap="square" tIns="45700">
            <a:normAutofit/>
          </a:bodyPr>
          <a:lstStyle>
            <a:lvl1pPr indent="-368300" lvl="0" marL="457200" marR="0" rtl="0" algn="l">
              <a:lnSpc>
                <a:spcPct val="90000"/>
              </a:lnSpc>
              <a:spcBef>
                <a:spcPts val="1000"/>
              </a:spcBef>
              <a:spcAft>
                <a:spcPts val="0"/>
              </a:spcAft>
              <a:buClr>
                <a:schemeClr val="lt1"/>
              </a:buClr>
              <a:buSzPts val="2200"/>
              <a:buFont typeface="Arial"/>
              <a:buChar char="•"/>
              <a:defRPr b="0" i="0" sz="2200" u="none" cap="none" strike="noStrike">
                <a:solidFill>
                  <a:schemeClr val="lt1"/>
                </a:solidFill>
                <a:latin typeface="Century Gothic"/>
                <a:ea typeface="Century Gothic"/>
                <a:cs typeface="Century Gothic"/>
                <a:sym typeface="Century Gothic"/>
              </a:defRPr>
            </a:lvl1pPr>
            <a:lvl2pPr indent="-355600" lvl="1" marL="914400" marR="0" rtl="0" algn="l">
              <a:lnSpc>
                <a:spcPct val="90000"/>
              </a:lnSpc>
              <a:spcBef>
                <a:spcPts val="500"/>
              </a:spcBef>
              <a:spcAft>
                <a:spcPts val="0"/>
              </a:spcAft>
              <a:buClr>
                <a:schemeClr val="lt1"/>
              </a:buClr>
              <a:buSzPts val="2000"/>
              <a:buFont typeface="Arial"/>
              <a:buChar char="•"/>
              <a:defRPr b="0" i="0" sz="2000" u="none" cap="none" strike="noStrike">
                <a:solidFill>
                  <a:schemeClr val="lt1"/>
                </a:solidFill>
                <a:latin typeface="Century Gothic"/>
                <a:ea typeface="Century Gothic"/>
                <a:cs typeface="Century Gothic"/>
                <a:sym typeface="Century Gothic"/>
              </a:defRPr>
            </a:lvl2pPr>
            <a:lvl3pPr indent="-342900" lvl="2" marL="13716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entury Gothic"/>
                <a:ea typeface="Century Gothic"/>
                <a:cs typeface="Century Gothic"/>
                <a:sym typeface="Century Gothic"/>
              </a:defRPr>
            </a:lvl3pPr>
            <a:lvl4pPr indent="-330200" lvl="3" marL="18288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4pPr>
            <a:lvl5pPr indent="-330200" lvl="4" marL="22860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5pPr>
            <a:lvl6pPr indent="-330200" lvl="5" marL="27432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6pPr>
            <a:lvl7pPr indent="-330200" lvl="6" marL="32004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7pPr>
            <a:lvl8pPr indent="-330200" lvl="7" marL="36576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8pPr>
            <a:lvl9pPr indent="-330200" lvl="8" marL="41148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9pPr>
          </a:lstStyle>
          <a:p/>
        </p:txBody>
      </p:sp>
      <p:sp>
        <p:nvSpPr>
          <p:cNvPr id="9" name="Google Shape;9;p41"/>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050" u="none" cap="none" strike="noStrike">
                <a:solidFill>
                  <a:schemeClr val="lt1"/>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9pPr>
          </a:lstStyle>
          <a:p/>
        </p:txBody>
      </p:sp>
      <p:sp>
        <p:nvSpPr>
          <p:cNvPr id="10" name="Google Shape;10;p41"/>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050" u="none" cap="none" strike="noStrike">
                <a:solidFill>
                  <a:schemeClr val="lt1"/>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9pPr>
          </a:lstStyle>
          <a:p/>
        </p:txBody>
      </p:sp>
      <p:sp>
        <p:nvSpPr>
          <p:cNvPr id="11" name="Google Shape;11;p41"/>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050" u="none" cap="none" strike="noStrike">
                <a:solidFill>
                  <a:schemeClr val="lt1"/>
                </a:solidFill>
                <a:latin typeface="Century Gothic"/>
                <a:ea typeface="Century Gothic"/>
                <a:cs typeface="Century Gothic"/>
                <a:sym typeface="Century Gothic"/>
              </a:defRPr>
            </a:lvl1pPr>
            <a:lvl2pPr indent="0" lvl="1" marL="0" marR="0" rtl="0" algn="r">
              <a:spcBef>
                <a:spcPts val="0"/>
              </a:spcBef>
              <a:buNone/>
              <a:defRPr b="0" i="0" sz="1050" u="none" cap="none" strike="noStrike">
                <a:solidFill>
                  <a:schemeClr val="lt1"/>
                </a:solidFill>
                <a:latin typeface="Century Gothic"/>
                <a:ea typeface="Century Gothic"/>
                <a:cs typeface="Century Gothic"/>
                <a:sym typeface="Century Gothic"/>
              </a:defRPr>
            </a:lvl2pPr>
            <a:lvl3pPr indent="0" lvl="2" marL="0" marR="0" rtl="0" algn="r">
              <a:spcBef>
                <a:spcPts val="0"/>
              </a:spcBef>
              <a:buNone/>
              <a:defRPr b="0" i="0" sz="1050" u="none" cap="none" strike="noStrike">
                <a:solidFill>
                  <a:schemeClr val="lt1"/>
                </a:solidFill>
                <a:latin typeface="Century Gothic"/>
                <a:ea typeface="Century Gothic"/>
                <a:cs typeface="Century Gothic"/>
                <a:sym typeface="Century Gothic"/>
              </a:defRPr>
            </a:lvl3pPr>
            <a:lvl4pPr indent="0" lvl="3" marL="0" marR="0" rtl="0" algn="r">
              <a:spcBef>
                <a:spcPts val="0"/>
              </a:spcBef>
              <a:buNone/>
              <a:defRPr b="0" i="0" sz="1050" u="none" cap="none" strike="noStrike">
                <a:solidFill>
                  <a:schemeClr val="lt1"/>
                </a:solidFill>
                <a:latin typeface="Century Gothic"/>
                <a:ea typeface="Century Gothic"/>
                <a:cs typeface="Century Gothic"/>
                <a:sym typeface="Century Gothic"/>
              </a:defRPr>
            </a:lvl4pPr>
            <a:lvl5pPr indent="0" lvl="4" marL="0" marR="0" rtl="0" algn="r">
              <a:spcBef>
                <a:spcPts val="0"/>
              </a:spcBef>
              <a:buNone/>
              <a:defRPr b="0" i="0" sz="1050" u="none" cap="none" strike="noStrike">
                <a:solidFill>
                  <a:schemeClr val="lt1"/>
                </a:solidFill>
                <a:latin typeface="Century Gothic"/>
                <a:ea typeface="Century Gothic"/>
                <a:cs typeface="Century Gothic"/>
                <a:sym typeface="Century Gothic"/>
              </a:defRPr>
            </a:lvl5pPr>
            <a:lvl6pPr indent="0" lvl="5" marL="0" marR="0" rtl="0" algn="r">
              <a:spcBef>
                <a:spcPts val="0"/>
              </a:spcBef>
              <a:buNone/>
              <a:defRPr b="0" i="0" sz="1050" u="none" cap="none" strike="noStrike">
                <a:solidFill>
                  <a:schemeClr val="lt1"/>
                </a:solidFill>
                <a:latin typeface="Century Gothic"/>
                <a:ea typeface="Century Gothic"/>
                <a:cs typeface="Century Gothic"/>
                <a:sym typeface="Century Gothic"/>
              </a:defRPr>
            </a:lvl6pPr>
            <a:lvl7pPr indent="0" lvl="6" marL="0" marR="0" rtl="0" algn="r">
              <a:spcBef>
                <a:spcPts val="0"/>
              </a:spcBef>
              <a:buNone/>
              <a:defRPr b="0" i="0" sz="1050" u="none" cap="none" strike="noStrike">
                <a:solidFill>
                  <a:schemeClr val="lt1"/>
                </a:solidFill>
                <a:latin typeface="Century Gothic"/>
                <a:ea typeface="Century Gothic"/>
                <a:cs typeface="Century Gothic"/>
                <a:sym typeface="Century Gothic"/>
              </a:defRPr>
            </a:lvl7pPr>
            <a:lvl8pPr indent="0" lvl="7" marL="0" marR="0" rtl="0" algn="r">
              <a:spcBef>
                <a:spcPts val="0"/>
              </a:spcBef>
              <a:buNone/>
              <a:defRPr b="0" i="0" sz="1050" u="none" cap="none" strike="noStrike">
                <a:solidFill>
                  <a:schemeClr val="lt1"/>
                </a:solidFill>
                <a:latin typeface="Century Gothic"/>
                <a:ea typeface="Century Gothic"/>
                <a:cs typeface="Century Gothic"/>
                <a:sym typeface="Century Gothic"/>
              </a:defRPr>
            </a:lvl8pPr>
            <a:lvl9pPr indent="0" lvl="8" marL="0" marR="0" rtl="0" algn="r">
              <a:spcBef>
                <a:spcPts val="0"/>
              </a:spcBef>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6.png"/><Relationship Id="rId4" Type="http://schemas.openxmlformats.org/officeDocument/2006/relationships/image" Target="../media/image14.png"/><Relationship Id="rId5"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hyperlink" Target="https://portal.influxdata.com/downloads/" TargetMode="External"/><Relationship Id="rId4" Type="http://schemas.openxmlformats.org/officeDocument/2006/relationships/image" Target="../media/image4.png"/><Relationship Id="rId5" Type="http://schemas.openxmlformats.org/officeDocument/2006/relationships/image" Target="../media/image15.png"/><Relationship Id="rId6" Type="http://schemas.openxmlformats.org/officeDocument/2006/relationships/image" Target="../media/image6.png"/><Relationship Id="rId7"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8.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9.png"/><Relationship Id="rId4" Type="http://schemas.openxmlformats.org/officeDocument/2006/relationships/image" Target="../media/image2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8.png"/><Relationship Id="rId4" Type="http://schemas.openxmlformats.org/officeDocument/2006/relationships/image" Target="../media/image48.png"/><Relationship Id="rId5" Type="http://schemas.openxmlformats.org/officeDocument/2006/relationships/image" Target="../media/image22.png"/><Relationship Id="rId6" Type="http://schemas.openxmlformats.org/officeDocument/2006/relationships/image" Target="../media/image2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33.png"/><Relationship Id="rId4" Type="http://schemas.openxmlformats.org/officeDocument/2006/relationships/image" Target="../media/image21.png"/><Relationship Id="rId5" Type="http://schemas.openxmlformats.org/officeDocument/2006/relationships/image" Target="../media/image29.png"/><Relationship Id="rId6" Type="http://schemas.openxmlformats.org/officeDocument/2006/relationships/image" Target="../media/image3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7.png"/><Relationship Id="rId4" Type="http://schemas.openxmlformats.org/officeDocument/2006/relationships/image" Target="../media/image23.png"/><Relationship Id="rId5" Type="http://schemas.openxmlformats.org/officeDocument/2006/relationships/image" Target="../media/image2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32.png"/><Relationship Id="rId4" Type="http://schemas.openxmlformats.org/officeDocument/2006/relationships/image" Target="../media/image24.png"/><Relationship Id="rId5" Type="http://schemas.openxmlformats.org/officeDocument/2006/relationships/image" Target="../media/image23.png"/><Relationship Id="rId6" Type="http://schemas.openxmlformats.org/officeDocument/2006/relationships/image" Target="../media/image57.png"/><Relationship Id="rId7" Type="http://schemas.openxmlformats.org/officeDocument/2006/relationships/image" Target="../media/image3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39.png"/><Relationship Id="rId4" Type="http://schemas.openxmlformats.org/officeDocument/2006/relationships/image" Target="../media/image34.png"/><Relationship Id="rId5" Type="http://schemas.openxmlformats.org/officeDocument/2006/relationships/image" Target="../media/image4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34.png"/><Relationship Id="rId4" Type="http://schemas.openxmlformats.org/officeDocument/2006/relationships/image" Target="../media/image45.png"/><Relationship Id="rId5" Type="http://schemas.openxmlformats.org/officeDocument/2006/relationships/image" Target="../media/image3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38.png"/><Relationship Id="rId4" Type="http://schemas.openxmlformats.org/officeDocument/2006/relationships/image" Target="../media/image35.png"/><Relationship Id="rId5" Type="http://schemas.openxmlformats.org/officeDocument/2006/relationships/image" Target="../media/image44.png"/><Relationship Id="rId6" Type="http://schemas.openxmlformats.org/officeDocument/2006/relationships/image" Target="../media/image41.png"/><Relationship Id="rId7" Type="http://schemas.openxmlformats.org/officeDocument/2006/relationships/image" Target="../media/image6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58.png"/><Relationship Id="rId4" Type="http://schemas.openxmlformats.org/officeDocument/2006/relationships/image" Target="../media/image34.png"/><Relationship Id="rId5" Type="http://schemas.openxmlformats.org/officeDocument/2006/relationships/image" Target="../media/image4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png"/><Relationship Id="rId4" Type="http://schemas.openxmlformats.org/officeDocument/2006/relationships/hyperlink" Target="https://grafana.com/docs/grafana/latest/setup-grafana/installation/debian/" TargetMode="External"/><Relationship Id="rId5" Type="http://schemas.openxmlformats.org/officeDocument/2006/relationships/image" Target="../media/image56.png"/><Relationship Id="rId6" Type="http://schemas.openxmlformats.org/officeDocument/2006/relationships/image" Target="../media/image43.png"/><Relationship Id="rId7" Type="http://schemas.openxmlformats.org/officeDocument/2006/relationships/image" Target="../media/image5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4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hyperlink" Target="http://localhost:3000/" TargetMode="External"/><Relationship Id="rId4" Type="http://schemas.openxmlformats.org/officeDocument/2006/relationships/image" Target="../media/image4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52.png"/><Relationship Id="rId4" Type="http://schemas.openxmlformats.org/officeDocument/2006/relationships/image" Target="../media/image5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hyperlink" Target="http://localhost:8086/" TargetMode="External"/><Relationship Id="rId4" Type="http://schemas.openxmlformats.org/officeDocument/2006/relationships/image" Target="../media/image46.png"/><Relationship Id="rId5" Type="http://schemas.openxmlformats.org/officeDocument/2006/relationships/image" Target="../media/image54.png"/><Relationship Id="rId6" Type="http://schemas.openxmlformats.org/officeDocument/2006/relationships/image" Target="../media/image59.png"/><Relationship Id="rId7" Type="http://schemas.openxmlformats.org/officeDocument/2006/relationships/image" Target="../media/image5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61.png"/><Relationship Id="rId4" Type="http://schemas.openxmlformats.org/officeDocument/2006/relationships/image" Target="../media/image7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60.png"/><Relationship Id="rId4" Type="http://schemas.openxmlformats.org/officeDocument/2006/relationships/image" Target="../media/image76.png"/><Relationship Id="rId5" Type="http://schemas.openxmlformats.org/officeDocument/2006/relationships/image" Target="../media/image6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66.png"/><Relationship Id="rId4" Type="http://schemas.openxmlformats.org/officeDocument/2006/relationships/image" Target="../media/image67.png"/><Relationship Id="rId5" Type="http://schemas.openxmlformats.org/officeDocument/2006/relationships/image" Target="../media/image7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63.png"/><Relationship Id="rId4" Type="http://schemas.openxmlformats.org/officeDocument/2006/relationships/image" Target="../media/image8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68.png"/><Relationship Id="rId4" Type="http://schemas.openxmlformats.org/officeDocument/2006/relationships/image" Target="../media/image6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73.png"/><Relationship Id="rId4" Type="http://schemas.openxmlformats.org/officeDocument/2006/relationships/image" Target="../media/image7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74.png"/><Relationship Id="rId4" Type="http://schemas.openxmlformats.org/officeDocument/2006/relationships/image" Target="../media/image7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7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69.png"/><Relationship Id="rId4" Type="http://schemas.openxmlformats.org/officeDocument/2006/relationships/image" Target="../media/image7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82.png"/><Relationship Id="rId4" Type="http://schemas.openxmlformats.org/officeDocument/2006/relationships/image" Target="../media/image7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81.png"/><Relationship Id="rId4" Type="http://schemas.openxmlformats.org/officeDocument/2006/relationships/image" Target="../media/image8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8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8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hyperlink" Target="https://play.grafana.org/d/000000012/grafana-play-home?orgId=1"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
          <p:cNvSpPr txBox="1"/>
          <p:nvPr>
            <p:ph type="ctrTitle"/>
          </p:nvPr>
        </p:nvSpPr>
        <p:spPr>
          <a:xfrm>
            <a:off x="1371599" y="2236542"/>
            <a:ext cx="9901989" cy="1825096"/>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6000"/>
              <a:buFont typeface="Century Gothic"/>
              <a:buNone/>
            </a:pPr>
            <a:r>
              <a:rPr lang="es-ES"/>
              <a:t>INFLUXDB + GRAFANA</a:t>
            </a:r>
            <a:endParaRPr/>
          </a:p>
        </p:txBody>
      </p:sp>
      <p:sp>
        <p:nvSpPr>
          <p:cNvPr id="145" name="Google Shape;145;p1"/>
          <p:cNvSpPr txBox="1"/>
          <p:nvPr>
            <p:ph idx="1" type="subTitle"/>
          </p:nvPr>
        </p:nvSpPr>
        <p:spPr>
          <a:xfrm>
            <a:off x="1371600" y="4065338"/>
            <a:ext cx="9448800" cy="6858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lt1"/>
              </a:buClr>
              <a:buSzPts val="2000"/>
              <a:buNone/>
            </a:pPr>
            <a:r>
              <a:rPr lang="es-ES"/>
              <a:t>Paso a paso</a:t>
            </a:r>
            <a:endParaRPr/>
          </a:p>
        </p:txBody>
      </p:sp>
      <p:pic>
        <p:nvPicPr>
          <p:cNvPr id="146" name="Google Shape;146;p1"/>
          <p:cNvPicPr preferRelativeResize="0"/>
          <p:nvPr/>
        </p:nvPicPr>
        <p:blipFill rotWithShape="1">
          <a:blip r:embed="rId3">
            <a:alphaModFix/>
          </a:blip>
          <a:srcRect b="0" l="0" r="0" t="0"/>
          <a:stretch/>
        </p:blipFill>
        <p:spPr>
          <a:xfrm>
            <a:off x="11091111" y="6313320"/>
            <a:ext cx="838200" cy="2952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4000"/>
              <a:buFont typeface="Century Gothic"/>
              <a:buNone/>
            </a:pPr>
            <a:r>
              <a:rPr lang="es-ES"/>
              <a:t>ÍNDICE</a:t>
            </a:r>
            <a:endParaRPr/>
          </a:p>
        </p:txBody>
      </p:sp>
      <p:sp>
        <p:nvSpPr>
          <p:cNvPr id="152" name="Google Shape;152;p2"/>
          <p:cNvSpPr txBox="1"/>
          <p:nvPr>
            <p:ph idx="1" type="body"/>
          </p:nvPr>
        </p:nvSpPr>
        <p:spPr>
          <a:xfrm>
            <a:off x="685800" y="2194560"/>
            <a:ext cx="10820400" cy="402412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2200"/>
              <a:buChar char="•"/>
            </a:pPr>
            <a:r>
              <a:rPr lang="es-ES"/>
              <a:t>Instalación de programas necesarios para la ingesta de datos</a:t>
            </a:r>
            <a:endParaRPr/>
          </a:p>
          <a:p>
            <a:pPr indent="-228600" lvl="0" marL="228600" rtl="0" algn="l">
              <a:lnSpc>
                <a:spcPct val="90000"/>
              </a:lnSpc>
              <a:spcBef>
                <a:spcPts val="1000"/>
              </a:spcBef>
              <a:spcAft>
                <a:spcPts val="0"/>
              </a:spcAft>
              <a:buClr>
                <a:schemeClr val="lt1"/>
              </a:buClr>
              <a:buSzPts val="2200"/>
              <a:buChar char="•"/>
            </a:pPr>
            <a:r>
              <a:rPr lang="es-ES"/>
              <a:t>InfluxDB</a:t>
            </a:r>
            <a:endParaRPr/>
          </a:p>
          <a:p>
            <a:pPr indent="-228600" lvl="0" marL="228600" rtl="0" algn="l">
              <a:lnSpc>
                <a:spcPct val="90000"/>
              </a:lnSpc>
              <a:spcBef>
                <a:spcPts val="1000"/>
              </a:spcBef>
              <a:spcAft>
                <a:spcPts val="0"/>
              </a:spcAft>
              <a:buClr>
                <a:schemeClr val="lt1"/>
              </a:buClr>
              <a:buSzPts val="2200"/>
              <a:buChar char="•"/>
            </a:pPr>
            <a:r>
              <a:rPr lang="es-ES"/>
              <a:t>Grafana</a:t>
            </a:r>
            <a:endParaRPr/>
          </a:p>
          <a:p>
            <a:pPr indent="-88900" lvl="0" marL="228600" rtl="0" algn="l">
              <a:lnSpc>
                <a:spcPct val="90000"/>
              </a:lnSpc>
              <a:spcBef>
                <a:spcPts val="1000"/>
              </a:spcBef>
              <a:spcAft>
                <a:spcPts val="0"/>
              </a:spcAft>
              <a:buClr>
                <a:schemeClr val="lt1"/>
              </a:buClr>
              <a:buSzPts val="2200"/>
              <a:buNone/>
            </a:pPr>
            <a:r>
              <a:t/>
            </a:r>
            <a:endParaRPr/>
          </a:p>
          <a:p>
            <a:pPr indent="-88900" lvl="0" marL="228600" rtl="0" algn="l">
              <a:lnSpc>
                <a:spcPct val="90000"/>
              </a:lnSpc>
              <a:spcBef>
                <a:spcPts val="1000"/>
              </a:spcBef>
              <a:spcAft>
                <a:spcPts val="0"/>
              </a:spcAft>
              <a:buClr>
                <a:schemeClr val="lt1"/>
              </a:buClr>
              <a:buSzPts val="220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3"/>
          <p:cNvSpPr txBox="1"/>
          <p:nvPr>
            <p:ph idx="1" type="body"/>
          </p:nvPr>
        </p:nvSpPr>
        <p:spPr>
          <a:xfrm>
            <a:off x="685800" y="2194560"/>
            <a:ext cx="10820400" cy="402412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2200"/>
              <a:buChar char="•"/>
            </a:pPr>
            <a:r>
              <a:rPr lang="es-ES"/>
              <a:t>En el terminal 🡪 sudo apt update</a:t>
            </a:r>
            <a:endParaRPr/>
          </a:p>
          <a:p>
            <a:pPr indent="-228600" lvl="0" marL="228600" rtl="0" algn="l">
              <a:lnSpc>
                <a:spcPct val="90000"/>
              </a:lnSpc>
              <a:spcBef>
                <a:spcPts val="1000"/>
              </a:spcBef>
              <a:spcAft>
                <a:spcPts val="0"/>
              </a:spcAft>
              <a:buClr>
                <a:schemeClr val="lt1"/>
              </a:buClr>
              <a:buSzPts val="2200"/>
              <a:buChar char="•"/>
            </a:pPr>
            <a:r>
              <a:rPr lang="es-ES"/>
              <a:t>En la terminal escribir 🡪 sudo apt install python3.12-venv</a:t>
            </a:r>
            <a:endParaRPr/>
          </a:p>
          <a:p>
            <a:pPr indent="-88900" lvl="0" marL="228600" rtl="0" algn="l">
              <a:lnSpc>
                <a:spcPct val="90000"/>
              </a:lnSpc>
              <a:spcBef>
                <a:spcPts val="1000"/>
              </a:spcBef>
              <a:spcAft>
                <a:spcPts val="0"/>
              </a:spcAft>
              <a:buClr>
                <a:schemeClr val="lt1"/>
              </a:buClr>
              <a:buSzPts val="2200"/>
              <a:buNone/>
            </a:pPr>
            <a:r>
              <a:t/>
            </a:r>
            <a:endParaRPr/>
          </a:p>
          <a:p>
            <a:pPr indent="-228600" lvl="0" marL="228600" rtl="0" algn="l">
              <a:lnSpc>
                <a:spcPct val="90000"/>
              </a:lnSpc>
              <a:spcBef>
                <a:spcPts val="1000"/>
              </a:spcBef>
              <a:spcAft>
                <a:spcPts val="0"/>
              </a:spcAft>
              <a:buClr>
                <a:schemeClr val="lt1"/>
              </a:buClr>
              <a:buSzPts val="2200"/>
              <a:buChar char="•"/>
            </a:pPr>
            <a:r>
              <a:rPr lang="es-ES"/>
              <a:t>Nos pregunta de nuevo si queremos descargar X cosas 🡪 y 🡪 Enter</a:t>
            </a:r>
            <a:endParaRPr/>
          </a:p>
          <a:p>
            <a:pPr indent="-228600" lvl="0" marL="228600" rtl="0" algn="l">
              <a:lnSpc>
                <a:spcPct val="90000"/>
              </a:lnSpc>
              <a:spcBef>
                <a:spcPts val="1000"/>
              </a:spcBef>
              <a:spcAft>
                <a:spcPts val="0"/>
              </a:spcAft>
              <a:buClr>
                <a:schemeClr val="lt1"/>
              </a:buClr>
              <a:buSzPts val="2200"/>
              <a:buChar char="•"/>
            </a:pPr>
            <a:r>
              <a:rPr lang="es-ES"/>
              <a:t>Para crear un contenedor 🡪 python3 –m venv </a:t>
            </a:r>
            <a:r>
              <a:rPr lang="es-ES">
                <a:solidFill>
                  <a:schemeClr val="accent2"/>
                </a:solidFill>
              </a:rPr>
              <a:t>bda</a:t>
            </a:r>
            <a:r>
              <a:rPr lang="es-ES"/>
              <a:t> (o el nombre que le queramos dar a ese contenedor)</a:t>
            </a:r>
            <a:endParaRPr/>
          </a:p>
          <a:p>
            <a:pPr indent="-228600" lvl="0" marL="228600" rtl="0" algn="l">
              <a:lnSpc>
                <a:spcPct val="90000"/>
              </a:lnSpc>
              <a:spcBef>
                <a:spcPts val="1000"/>
              </a:spcBef>
              <a:spcAft>
                <a:spcPts val="0"/>
              </a:spcAft>
              <a:buClr>
                <a:schemeClr val="lt1"/>
              </a:buClr>
              <a:buSzPts val="2200"/>
              <a:buChar char="•"/>
            </a:pPr>
            <a:r>
              <a:rPr lang="es-ES"/>
              <a:t>Entramos en el contenedor 🡪 source </a:t>
            </a:r>
            <a:r>
              <a:rPr lang="es-ES">
                <a:solidFill>
                  <a:schemeClr val="accent2"/>
                </a:solidFill>
              </a:rPr>
              <a:t>bda</a:t>
            </a:r>
            <a:r>
              <a:rPr lang="es-ES"/>
              <a:t>/bin/activate</a:t>
            </a:r>
            <a:endParaRPr/>
          </a:p>
          <a:p>
            <a:pPr indent="-228600" lvl="0" marL="228600" rtl="0" algn="l">
              <a:lnSpc>
                <a:spcPct val="90000"/>
              </a:lnSpc>
              <a:spcBef>
                <a:spcPts val="1000"/>
              </a:spcBef>
              <a:spcAft>
                <a:spcPts val="0"/>
              </a:spcAft>
              <a:buClr>
                <a:schemeClr val="lt1"/>
              </a:buClr>
              <a:buSzPts val="2200"/>
              <a:buChar char="•"/>
            </a:pPr>
            <a:r>
              <a:rPr lang="es-ES"/>
              <a:t>Si lo hacemos bien, aparece (</a:t>
            </a:r>
            <a:r>
              <a:rPr lang="es-ES">
                <a:solidFill>
                  <a:schemeClr val="accent2"/>
                </a:solidFill>
              </a:rPr>
              <a:t>bda</a:t>
            </a:r>
            <a:r>
              <a:rPr lang="es-ES"/>
              <a:t>), todo lo que instalemos de Python a partir de ahora se instalará en este contenedor digital.</a:t>
            </a:r>
            <a:endParaRPr/>
          </a:p>
        </p:txBody>
      </p:sp>
      <p:sp>
        <p:nvSpPr>
          <p:cNvPr id="158" name="Google Shape;158;p3"/>
          <p:cNvSpPr txBox="1"/>
          <p:nvPr>
            <p:ph type="title"/>
          </p:nvPr>
        </p:nvSpPr>
        <p:spPr>
          <a:xfrm>
            <a:off x="2895600" y="763588"/>
            <a:ext cx="8610600" cy="1293812"/>
          </a:xfrm>
          <a:prstGeom prst="rect">
            <a:avLst/>
          </a:prstGeom>
          <a:noFill/>
          <a:ln>
            <a:noFill/>
          </a:ln>
        </p:spPr>
        <p:txBody>
          <a:bodyPr anchorCtr="0" anchor="ctr" bIns="45700" lIns="91425" spcFirstLastPara="1" rIns="91425" wrap="square" tIns="45700">
            <a:noAutofit/>
          </a:bodyPr>
          <a:lstStyle/>
          <a:p>
            <a:pPr indent="0" lvl="0" marL="0" rtl="0" algn="r">
              <a:lnSpc>
                <a:spcPct val="90000"/>
              </a:lnSpc>
              <a:spcBef>
                <a:spcPts val="0"/>
              </a:spcBef>
              <a:spcAft>
                <a:spcPts val="0"/>
              </a:spcAft>
              <a:buClr>
                <a:schemeClr val="lt1"/>
              </a:buClr>
              <a:buSzPts val="3200"/>
              <a:buFont typeface="Century Gothic"/>
              <a:buNone/>
            </a:pPr>
            <a:r>
              <a:rPr lang="es-ES" sz="3200"/>
              <a:t>INSTALACIÓN DE PROGRAMAS NECESARIOS PARA LA INGESTA DE DATOS</a:t>
            </a:r>
            <a:br>
              <a:rPr lang="es-ES" sz="3200"/>
            </a:br>
            <a:r>
              <a:rPr lang="es-ES" sz="3200"/>
              <a:t>- </a:t>
            </a:r>
            <a:r>
              <a:rPr lang="es-ES" sz="3200">
                <a:solidFill>
                  <a:schemeClr val="accent2"/>
                </a:solidFill>
              </a:rPr>
              <a:t>PYTHON</a:t>
            </a:r>
            <a:endParaRPr sz="3200"/>
          </a:p>
        </p:txBody>
      </p:sp>
      <p:pic>
        <p:nvPicPr>
          <p:cNvPr id="159" name="Google Shape;159;p3"/>
          <p:cNvPicPr preferRelativeResize="0"/>
          <p:nvPr/>
        </p:nvPicPr>
        <p:blipFill rotWithShape="1">
          <a:blip r:embed="rId3">
            <a:alphaModFix/>
          </a:blip>
          <a:srcRect b="0" l="0" r="0" t="0"/>
          <a:stretch/>
        </p:blipFill>
        <p:spPr>
          <a:xfrm>
            <a:off x="5781511" y="4374682"/>
            <a:ext cx="2651990" cy="167655"/>
          </a:xfrm>
          <a:prstGeom prst="rect">
            <a:avLst/>
          </a:prstGeom>
          <a:noFill/>
          <a:ln>
            <a:noFill/>
          </a:ln>
        </p:spPr>
      </p:pic>
      <p:pic>
        <p:nvPicPr>
          <p:cNvPr id="160" name="Google Shape;160;p3"/>
          <p:cNvPicPr preferRelativeResize="0"/>
          <p:nvPr/>
        </p:nvPicPr>
        <p:blipFill rotWithShape="1">
          <a:blip r:embed="rId4">
            <a:alphaModFix/>
          </a:blip>
          <a:srcRect b="0" l="0" r="0" t="0"/>
          <a:stretch/>
        </p:blipFill>
        <p:spPr>
          <a:xfrm>
            <a:off x="8924550" y="4663429"/>
            <a:ext cx="2911092" cy="274344"/>
          </a:xfrm>
          <a:prstGeom prst="rect">
            <a:avLst/>
          </a:prstGeom>
          <a:noFill/>
          <a:ln>
            <a:noFill/>
          </a:ln>
        </p:spPr>
      </p:pic>
      <p:pic>
        <p:nvPicPr>
          <p:cNvPr id="161" name="Google Shape;161;p3"/>
          <p:cNvPicPr preferRelativeResize="0"/>
          <p:nvPr/>
        </p:nvPicPr>
        <p:blipFill rotWithShape="1">
          <a:blip r:embed="rId5">
            <a:alphaModFix/>
          </a:blip>
          <a:srcRect b="0" l="10058" r="0" t="-6350"/>
          <a:stretch/>
        </p:blipFill>
        <p:spPr>
          <a:xfrm>
            <a:off x="1468060" y="3066959"/>
            <a:ext cx="4678141" cy="23301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4"/>
          <p:cNvSpPr txBox="1"/>
          <p:nvPr>
            <p:ph idx="1" type="body"/>
          </p:nvPr>
        </p:nvSpPr>
        <p:spPr>
          <a:xfrm>
            <a:off x="685800" y="2194560"/>
            <a:ext cx="10820400" cy="402412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2200"/>
              <a:buChar char="•"/>
            </a:pPr>
            <a:r>
              <a:rPr lang="es-ES"/>
              <a:t>Instalamos la librería pandas 🡪 se utiliza para tratar las bases de datos y prepararlas para la ingesta de datos</a:t>
            </a:r>
            <a:endParaRPr/>
          </a:p>
          <a:p>
            <a:pPr indent="-228600" lvl="0" marL="228600" rtl="0" algn="l">
              <a:lnSpc>
                <a:spcPct val="90000"/>
              </a:lnSpc>
              <a:spcBef>
                <a:spcPts val="1000"/>
              </a:spcBef>
              <a:spcAft>
                <a:spcPts val="0"/>
              </a:spcAft>
              <a:buClr>
                <a:schemeClr val="lt1"/>
              </a:buClr>
              <a:buSzPts val="2200"/>
              <a:buChar char="•"/>
            </a:pPr>
            <a:r>
              <a:rPr lang="es-ES"/>
              <a:t>pip3 install pandas</a:t>
            </a:r>
            <a:endParaRPr/>
          </a:p>
          <a:p>
            <a:pPr indent="-88900" lvl="0" marL="228600" rtl="0" algn="l">
              <a:lnSpc>
                <a:spcPct val="90000"/>
              </a:lnSpc>
              <a:spcBef>
                <a:spcPts val="1000"/>
              </a:spcBef>
              <a:spcAft>
                <a:spcPts val="0"/>
              </a:spcAft>
              <a:buClr>
                <a:schemeClr val="lt1"/>
              </a:buClr>
              <a:buSzPts val="2200"/>
              <a:buNone/>
            </a:pPr>
            <a:r>
              <a:t/>
            </a:r>
            <a:endParaRPr/>
          </a:p>
          <a:p>
            <a:pPr indent="-88900" lvl="0" marL="228600" rtl="0" algn="l">
              <a:lnSpc>
                <a:spcPct val="90000"/>
              </a:lnSpc>
              <a:spcBef>
                <a:spcPts val="1000"/>
              </a:spcBef>
              <a:spcAft>
                <a:spcPts val="0"/>
              </a:spcAft>
              <a:buClr>
                <a:schemeClr val="lt1"/>
              </a:buClr>
              <a:buSzPts val="2200"/>
              <a:buNone/>
            </a:pPr>
            <a:r>
              <a:t/>
            </a:r>
            <a:endParaRPr/>
          </a:p>
          <a:p>
            <a:pPr indent="-88900" lvl="0" marL="228600" rtl="0" algn="l">
              <a:lnSpc>
                <a:spcPct val="90000"/>
              </a:lnSpc>
              <a:spcBef>
                <a:spcPts val="1000"/>
              </a:spcBef>
              <a:spcAft>
                <a:spcPts val="0"/>
              </a:spcAft>
              <a:buClr>
                <a:schemeClr val="lt1"/>
              </a:buClr>
              <a:buSzPts val="2200"/>
              <a:buNone/>
            </a:pPr>
            <a:r>
              <a:t/>
            </a:r>
            <a:endParaRPr/>
          </a:p>
          <a:p>
            <a:pPr indent="-228600" lvl="0" marL="228600" rtl="0" algn="l">
              <a:lnSpc>
                <a:spcPct val="90000"/>
              </a:lnSpc>
              <a:spcBef>
                <a:spcPts val="1000"/>
              </a:spcBef>
              <a:spcAft>
                <a:spcPts val="0"/>
              </a:spcAft>
              <a:buClr>
                <a:schemeClr val="lt1"/>
              </a:buClr>
              <a:buSzPts val="2200"/>
              <a:buChar char="•"/>
            </a:pPr>
            <a:r>
              <a:rPr lang="es-ES"/>
              <a:t>Instalamos jupyter: se trata de un notebook, con el que vamos a trabajar para utilizar los comandos de Python.</a:t>
            </a:r>
            <a:endParaRPr/>
          </a:p>
          <a:p>
            <a:pPr indent="-228600" lvl="0" marL="228600" rtl="0" algn="l">
              <a:lnSpc>
                <a:spcPct val="90000"/>
              </a:lnSpc>
              <a:spcBef>
                <a:spcPts val="1000"/>
              </a:spcBef>
              <a:spcAft>
                <a:spcPts val="0"/>
              </a:spcAft>
              <a:buClr>
                <a:schemeClr val="lt1"/>
              </a:buClr>
              <a:buSzPts val="2200"/>
              <a:buChar char="•"/>
            </a:pPr>
            <a:r>
              <a:rPr lang="es-ES"/>
              <a:t>pip install notebook</a:t>
            </a:r>
            <a:endParaRPr/>
          </a:p>
          <a:p>
            <a:pPr indent="-88900" lvl="0" marL="228600" rtl="0" algn="l">
              <a:lnSpc>
                <a:spcPct val="90000"/>
              </a:lnSpc>
              <a:spcBef>
                <a:spcPts val="1000"/>
              </a:spcBef>
              <a:spcAft>
                <a:spcPts val="0"/>
              </a:spcAft>
              <a:buClr>
                <a:schemeClr val="lt1"/>
              </a:buClr>
              <a:buSzPts val="2200"/>
              <a:buNone/>
            </a:pPr>
            <a:r>
              <a:t/>
            </a:r>
            <a:endParaRPr/>
          </a:p>
        </p:txBody>
      </p:sp>
      <p:sp>
        <p:nvSpPr>
          <p:cNvPr id="167" name="Google Shape;167;p4"/>
          <p:cNvSpPr txBox="1"/>
          <p:nvPr>
            <p:ph type="title"/>
          </p:nvPr>
        </p:nvSpPr>
        <p:spPr>
          <a:xfrm>
            <a:off x="2895600" y="763588"/>
            <a:ext cx="8610600" cy="1293812"/>
          </a:xfrm>
          <a:prstGeom prst="rect">
            <a:avLst/>
          </a:prstGeom>
          <a:noFill/>
          <a:ln>
            <a:noFill/>
          </a:ln>
        </p:spPr>
        <p:txBody>
          <a:bodyPr anchorCtr="0" anchor="ctr" bIns="45700" lIns="91425" spcFirstLastPara="1" rIns="91425" wrap="square" tIns="45700">
            <a:noAutofit/>
          </a:bodyPr>
          <a:lstStyle/>
          <a:p>
            <a:pPr indent="0" lvl="0" marL="0" rtl="0" algn="r">
              <a:lnSpc>
                <a:spcPct val="90000"/>
              </a:lnSpc>
              <a:spcBef>
                <a:spcPts val="0"/>
              </a:spcBef>
              <a:spcAft>
                <a:spcPts val="0"/>
              </a:spcAft>
              <a:buClr>
                <a:schemeClr val="lt1"/>
              </a:buClr>
              <a:buSzPts val="3200"/>
              <a:buFont typeface="Century Gothic"/>
              <a:buNone/>
            </a:pPr>
            <a:r>
              <a:rPr lang="es-ES" sz="3200"/>
              <a:t>INSTALACIÓN DE PROGRAMAS NECESARIOS PARA LA INGESTA DE DATOS</a:t>
            </a:r>
            <a:br>
              <a:rPr lang="es-ES" sz="3200"/>
            </a:br>
            <a:r>
              <a:rPr lang="es-ES" sz="3200"/>
              <a:t>- </a:t>
            </a:r>
            <a:r>
              <a:rPr lang="es-ES" sz="3200">
                <a:solidFill>
                  <a:schemeClr val="accent2"/>
                </a:solidFill>
              </a:rPr>
              <a:t>PYTHON</a:t>
            </a:r>
            <a:endParaRPr sz="3200"/>
          </a:p>
        </p:txBody>
      </p:sp>
      <p:pic>
        <p:nvPicPr>
          <p:cNvPr id="168" name="Google Shape;168;p4"/>
          <p:cNvPicPr preferRelativeResize="0"/>
          <p:nvPr/>
        </p:nvPicPr>
        <p:blipFill rotWithShape="1">
          <a:blip r:embed="rId3">
            <a:alphaModFix/>
          </a:blip>
          <a:srcRect b="0" l="0" r="0" t="0"/>
          <a:stretch/>
        </p:blipFill>
        <p:spPr>
          <a:xfrm>
            <a:off x="4651772" y="2986981"/>
            <a:ext cx="5494496" cy="1356478"/>
          </a:xfrm>
          <a:prstGeom prst="rect">
            <a:avLst/>
          </a:prstGeom>
          <a:noFill/>
          <a:ln>
            <a:noFill/>
          </a:ln>
        </p:spPr>
      </p:pic>
      <p:pic>
        <p:nvPicPr>
          <p:cNvPr id="169" name="Google Shape;169;p4"/>
          <p:cNvPicPr preferRelativeResize="0"/>
          <p:nvPr/>
        </p:nvPicPr>
        <p:blipFill rotWithShape="1">
          <a:blip r:embed="rId4">
            <a:alphaModFix/>
          </a:blip>
          <a:srcRect b="0" l="0" r="0" t="0"/>
          <a:stretch/>
        </p:blipFill>
        <p:spPr>
          <a:xfrm>
            <a:off x="4651772" y="5340249"/>
            <a:ext cx="5224963" cy="125593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5"/>
          <p:cNvSpPr txBox="1"/>
          <p:nvPr>
            <p:ph idx="1" type="body"/>
          </p:nvPr>
        </p:nvSpPr>
        <p:spPr>
          <a:xfrm>
            <a:off x="685800" y="2194560"/>
            <a:ext cx="10820400" cy="402412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2200"/>
              <a:buChar char="•"/>
            </a:pPr>
            <a:r>
              <a:rPr lang="es-ES"/>
              <a:t>Instalamos la librería influxdb 🡪 para poder acceder a los comandos relacionados con influxdb</a:t>
            </a:r>
            <a:endParaRPr/>
          </a:p>
          <a:p>
            <a:pPr indent="-228600" lvl="0" marL="228600" rtl="0" algn="l">
              <a:lnSpc>
                <a:spcPct val="90000"/>
              </a:lnSpc>
              <a:spcBef>
                <a:spcPts val="1000"/>
              </a:spcBef>
              <a:spcAft>
                <a:spcPts val="0"/>
              </a:spcAft>
              <a:buClr>
                <a:schemeClr val="lt1"/>
              </a:buClr>
              <a:buSzPts val="2200"/>
              <a:buChar char="•"/>
            </a:pPr>
            <a:r>
              <a:rPr lang="es-ES"/>
              <a:t>pip3 install influxdb-client</a:t>
            </a:r>
            <a:endParaRPr/>
          </a:p>
          <a:p>
            <a:pPr indent="-88900" lvl="0" marL="228600" rtl="0" algn="l">
              <a:lnSpc>
                <a:spcPct val="90000"/>
              </a:lnSpc>
              <a:spcBef>
                <a:spcPts val="1000"/>
              </a:spcBef>
              <a:spcAft>
                <a:spcPts val="0"/>
              </a:spcAft>
              <a:buClr>
                <a:schemeClr val="lt1"/>
              </a:buClr>
              <a:buSzPts val="2200"/>
              <a:buNone/>
            </a:pPr>
            <a:r>
              <a:t/>
            </a:r>
            <a:endParaRPr/>
          </a:p>
        </p:txBody>
      </p:sp>
      <p:sp>
        <p:nvSpPr>
          <p:cNvPr id="175" name="Google Shape;175;p5"/>
          <p:cNvSpPr txBox="1"/>
          <p:nvPr>
            <p:ph type="title"/>
          </p:nvPr>
        </p:nvSpPr>
        <p:spPr>
          <a:xfrm>
            <a:off x="2895600" y="763588"/>
            <a:ext cx="8610600" cy="1293812"/>
          </a:xfrm>
          <a:prstGeom prst="rect">
            <a:avLst/>
          </a:prstGeom>
          <a:noFill/>
          <a:ln>
            <a:noFill/>
          </a:ln>
        </p:spPr>
        <p:txBody>
          <a:bodyPr anchorCtr="0" anchor="ctr" bIns="45700" lIns="91425" spcFirstLastPara="1" rIns="91425" wrap="square" tIns="45700">
            <a:noAutofit/>
          </a:bodyPr>
          <a:lstStyle/>
          <a:p>
            <a:pPr indent="0" lvl="0" marL="0" rtl="0" algn="r">
              <a:lnSpc>
                <a:spcPct val="90000"/>
              </a:lnSpc>
              <a:spcBef>
                <a:spcPts val="0"/>
              </a:spcBef>
              <a:spcAft>
                <a:spcPts val="0"/>
              </a:spcAft>
              <a:buClr>
                <a:schemeClr val="lt1"/>
              </a:buClr>
              <a:buSzPts val="3200"/>
              <a:buFont typeface="Century Gothic"/>
              <a:buNone/>
            </a:pPr>
            <a:r>
              <a:rPr lang="es-ES" sz="3200"/>
              <a:t>INSTALACIÓN DE PROGRAMAS NECESARIOS PARA LA INGESTA DE DATOS</a:t>
            </a:r>
            <a:br>
              <a:rPr lang="es-ES" sz="3200"/>
            </a:br>
            <a:r>
              <a:rPr lang="es-ES" sz="3200"/>
              <a:t>- </a:t>
            </a:r>
            <a:r>
              <a:rPr lang="es-ES" sz="3200">
                <a:solidFill>
                  <a:schemeClr val="accent2"/>
                </a:solidFill>
              </a:rPr>
              <a:t>PYTHON</a:t>
            </a:r>
            <a:endParaRPr sz="3200"/>
          </a:p>
        </p:txBody>
      </p:sp>
      <p:pic>
        <p:nvPicPr>
          <p:cNvPr id="176" name="Google Shape;176;p5"/>
          <p:cNvPicPr preferRelativeResize="0"/>
          <p:nvPr/>
        </p:nvPicPr>
        <p:blipFill rotWithShape="1">
          <a:blip r:embed="rId3">
            <a:alphaModFix/>
          </a:blip>
          <a:srcRect b="0" l="0" r="0" t="0"/>
          <a:stretch/>
        </p:blipFill>
        <p:spPr>
          <a:xfrm>
            <a:off x="4926133" y="3013979"/>
            <a:ext cx="4549534" cy="548688"/>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6"/>
          <p:cNvSpPr txBox="1"/>
          <p:nvPr>
            <p:ph idx="1" type="body"/>
          </p:nvPr>
        </p:nvSpPr>
        <p:spPr>
          <a:xfrm>
            <a:off x="685800" y="2194560"/>
            <a:ext cx="10820400" cy="4024125"/>
          </a:xfrm>
          <a:prstGeom prst="rect">
            <a:avLst/>
          </a:prstGeom>
          <a:noFill/>
          <a:ln>
            <a:noFill/>
          </a:ln>
        </p:spPr>
        <p:txBody>
          <a:bodyPr anchorCtr="0" anchor="t" bIns="45700" lIns="91425" spcFirstLastPara="1" rIns="91425" wrap="square" tIns="45700">
            <a:normAutofit lnSpcReduction="20000"/>
          </a:bodyPr>
          <a:lstStyle/>
          <a:p>
            <a:pPr indent="-228600" lvl="0" marL="228600" rtl="0" algn="l">
              <a:lnSpc>
                <a:spcPct val="90000"/>
              </a:lnSpc>
              <a:spcBef>
                <a:spcPts val="0"/>
              </a:spcBef>
              <a:spcAft>
                <a:spcPts val="0"/>
              </a:spcAft>
              <a:buClr>
                <a:schemeClr val="lt1"/>
              </a:buClr>
              <a:buSzPts val="2200"/>
              <a:buChar char="•"/>
            </a:pPr>
            <a:r>
              <a:rPr lang="es-ES"/>
              <a:t>Abrimos otra pantalla en la terminal</a:t>
            </a:r>
            <a:endParaRPr/>
          </a:p>
          <a:p>
            <a:pPr indent="-228600" lvl="0" marL="228600" rtl="0" algn="l">
              <a:lnSpc>
                <a:spcPct val="90000"/>
              </a:lnSpc>
              <a:spcBef>
                <a:spcPts val="1000"/>
              </a:spcBef>
              <a:spcAft>
                <a:spcPts val="0"/>
              </a:spcAft>
              <a:buClr>
                <a:schemeClr val="lt1"/>
              </a:buClr>
              <a:buSzPts val="2200"/>
              <a:buChar char="•"/>
            </a:pPr>
            <a:r>
              <a:rPr lang="es-ES"/>
              <a:t>A su vez vamos a Firefox y buscamos Influxdata</a:t>
            </a:r>
            <a:endParaRPr/>
          </a:p>
          <a:p>
            <a:pPr indent="-228600" lvl="0" marL="228600" rtl="0" algn="l">
              <a:lnSpc>
                <a:spcPct val="90000"/>
              </a:lnSpc>
              <a:spcBef>
                <a:spcPts val="1000"/>
              </a:spcBef>
              <a:spcAft>
                <a:spcPts val="0"/>
              </a:spcAft>
              <a:buClr>
                <a:schemeClr val="lt1"/>
              </a:buClr>
              <a:buSzPts val="2200"/>
              <a:buChar char="•"/>
            </a:pPr>
            <a:r>
              <a:rPr lang="es-ES" u="sng">
                <a:solidFill>
                  <a:schemeClr val="hlink"/>
                </a:solidFill>
                <a:hlinkClick r:id="rId3"/>
              </a:rPr>
              <a:t>https://portal.influxdata.com/downloads/</a:t>
            </a:r>
            <a:endParaRPr/>
          </a:p>
          <a:p>
            <a:pPr indent="-228600" lvl="0" marL="228600" rtl="0" algn="l">
              <a:lnSpc>
                <a:spcPct val="90000"/>
              </a:lnSpc>
              <a:spcBef>
                <a:spcPts val="1000"/>
              </a:spcBef>
              <a:spcAft>
                <a:spcPts val="0"/>
              </a:spcAft>
              <a:buClr>
                <a:schemeClr val="lt1"/>
              </a:buClr>
              <a:buSzPts val="2200"/>
              <a:buChar char="•"/>
            </a:pPr>
            <a:r>
              <a:rPr lang="es-ES"/>
              <a:t>Elegimos la versión y plataforma (2º página).</a:t>
            </a:r>
            <a:endParaRPr/>
          </a:p>
          <a:p>
            <a:pPr indent="-228600" lvl="0" marL="228600" rtl="0" algn="l">
              <a:lnSpc>
                <a:spcPct val="90000"/>
              </a:lnSpc>
              <a:spcBef>
                <a:spcPts val="1000"/>
              </a:spcBef>
              <a:spcAft>
                <a:spcPts val="0"/>
              </a:spcAft>
              <a:buClr>
                <a:schemeClr val="lt1"/>
              </a:buClr>
              <a:buSzPts val="2200"/>
              <a:buChar char="•"/>
            </a:pPr>
            <a:r>
              <a:rPr lang="es-ES"/>
              <a:t>Nos aparecen unas líneas de código.</a:t>
            </a:r>
            <a:endParaRPr/>
          </a:p>
          <a:p>
            <a:pPr indent="-228600" lvl="0" marL="228600" rtl="0" algn="l">
              <a:lnSpc>
                <a:spcPct val="90000"/>
              </a:lnSpc>
              <a:spcBef>
                <a:spcPts val="1000"/>
              </a:spcBef>
              <a:spcAft>
                <a:spcPts val="0"/>
              </a:spcAft>
              <a:buClr>
                <a:schemeClr val="lt1"/>
              </a:buClr>
              <a:buSzPts val="2200"/>
              <a:buChar char="•"/>
            </a:pPr>
            <a:r>
              <a:rPr lang="es-ES"/>
              <a:t>Copiamos la primera parte (Ctrl+C), vamos a la terminal y click con la rueda del ratón, o click derecho y pegar. 🡪 Enter 🡪 contraseña</a:t>
            </a:r>
            <a:endParaRPr/>
          </a:p>
          <a:p>
            <a:pPr indent="-228600" lvl="0" marL="228600" rtl="0" algn="l">
              <a:lnSpc>
                <a:spcPct val="90000"/>
              </a:lnSpc>
              <a:spcBef>
                <a:spcPts val="1000"/>
              </a:spcBef>
              <a:spcAft>
                <a:spcPts val="0"/>
              </a:spcAft>
              <a:buClr>
                <a:schemeClr val="lt1"/>
              </a:buClr>
              <a:buSzPts val="2200"/>
              <a:buChar char="•"/>
            </a:pPr>
            <a:r>
              <a:rPr lang="es-ES"/>
              <a:t>Copiamos la segunda parte</a:t>
            </a:r>
            <a:endParaRPr/>
          </a:p>
          <a:p>
            <a:pPr indent="-228600" lvl="0" marL="228600" rtl="0" algn="l">
              <a:lnSpc>
                <a:spcPct val="90000"/>
              </a:lnSpc>
              <a:spcBef>
                <a:spcPts val="1000"/>
              </a:spcBef>
              <a:spcAft>
                <a:spcPts val="0"/>
              </a:spcAft>
              <a:buClr>
                <a:schemeClr val="lt1"/>
              </a:buClr>
              <a:buSzPts val="2200"/>
              <a:buChar char="•"/>
            </a:pPr>
            <a:r>
              <a:rPr lang="es-ES"/>
              <a:t>Nos pide confirmar 🡪 s 🡪</a:t>
            </a:r>
            <a:br>
              <a:rPr lang="es-ES"/>
            </a:br>
            <a:r>
              <a:rPr lang="es-ES"/>
              <a:t>enter</a:t>
            </a:r>
            <a:endParaRPr/>
          </a:p>
          <a:p>
            <a:pPr indent="-88900" lvl="0" marL="228600" rtl="0" algn="l">
              <a:lnSpc>
                <a:spcPct val="90000"/>
              </a:lnSpc>
              <a:spcBef>
                <a:spcPts val="1000"/>
              </a:spcBef>
              <a:spcAft>
                <a:spcPts val="0"/>
              </a:spcAft>
              <a:buClr>
                <a:schemeClr val="lt1"/>
              </a:buClr>
              <a:buSzPts val="2200"/>
              <a:buNone/>
            </a:pPr>
            <a:r>
              <a:t/>
            </a:r>
            <a:endParaRPr/>
          </a:p>
        </p:txBody>
      </p:sp>
      <p:sp>
        <p:nvSpPr>
          <p:cNvPr id="182" name="Google Shape;182;p6"/>
          <p:cNvSpPr txBox="1"/>
          <p:nvPr>
            <p:ph type="title"/>
          </p:nvPr>
        </p:nvSpPr>
        <p:spPr>
          <a:xfrm>
            <a:off x="2895600" y="763588"/>
            <a:ext cx="8610600" cy="1293812"/>
          </a:xfrm>
          <a:prstGeom prst="rect">
            <a:avLst/>
          </a:prstGeom>
          <a:noFill/>
          <a:ln>
            <a:noFill/>
          </a:ln>
        </p:spPr>
        <p:txBody>
          <a:bodyPr anchorCtr="0" anchor="ctr" bIns="45700" lIns="91425" spcFirstLastPara="1" rIns="91425" wrap="square" tIns="45700">
            <a:noAutofit/>
          </a:bodyPr>
          <a:lstStyle/>
          <a:p>
            <a:pPr indent="0" lvl="0" marL="0" rtl="0" algn="r">
              <a:lnSpc>
                <a:spcPct val="90000"/>
              </a:lnSpc>
              <a:spcBef>
                <a:spcPts val="0"/>
              </a:spcBef>
              <a:spcAft>
                <a:spcPts val="0"/>
              </a:spcAft>
              <a:buClr>
                <a:schemeClr val="lt1"/>
              </a:buClr>
              <a:buSzPts val="3200"/>
              <a:buFont typeface="Century Gothic"/>
              <a:buNone/>
            </a:pPr>
            <a:r>
              <a:rPr lang="es-ES" sz="3200"/>
              <a:t>INSTALACIÓN DE PROGRAMAS NECESARIOS PARA LA INGESTA DE DATOS</a:t>
            </a:r>
            <a:br>
              <a:rPr lang="es-ES" sz="3200"/>
            </a:br>
            <a:r>
              <a:rPr lang="es-ES" sz="3200"/>
              <a:t>- </a:t>
            </a:r>
            <a:r>
              <a:rPr lang="es-ES" sz="3200">
                <a:solidFill>
                  <a:schemeClr val="accent2"/>
                </a:solidFill>
              </a:rPr>
              <a:t>INFLUXDATA</a:t>
            </a:r>
            <a:endParaRPr/>
          </a:p>
        </p:txBody>
      </p:sp>
      <p:pic>
        <p:nvPicPr>
          <p:cNvPr id="183" name="Google Shape;183;p6"/>
          <p:cNvPicPr preferRelativeResize="0"/>
          <p:nvPr/>
        </p:nvPicPr>
        <p:blipFill rotWithShape="1">
          <a:blip r:embed="rId4">
            <a:alphaModFix/>
          </a:blip>
          <a:srcRect b="0" l="0" r="0" t="0"/>
          <a:stretch/>
        </p:blipFill>
        <p:spPr>
          <a:xfrm>
            <a:off x="6686493" y="2179320"/>
            <a:ext cx="1303133" cy="518205"/>
          </a:xfrm>
          <a:prstGeom prst="rect">
            <a:avLst/>
          </a:prstGeom>
          <a:noFill/>
          <a:ln>
            <a:noFill/>
          </a:ln>
        </p:spPr>
      </p:pic>
      <p:sp>
        <p:nvSpPr>
          <p:cNvPr id="184" name="Google Shape;184;p6"/>
          <p:cNvSpPr/>
          <p:nvPr/>
        </p:nvSpPr>
        <p:spPr>
          <a:xfrm flipH="1" rot="10800000">
            <a:off x="6697945" y="2194559"/>
            <a:ext cx="327696" cy="266700"/>
          </a:xfrm>
          <a:prstGeom prst="rect">
            <a:avLst/>
          </a:prstGeom>
          <a:noFill/>
          <a:ln cap="flat" cmpd="sng" w="2857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pic>
        <p:nvPicPr>
          <p:cNvPr id="185" name="Google Shape;185;p6"/>
          <p:cNvPicPr preferRelativeResize="0"/>
          <p:nvPr/>
        </p:nvPicPr>
        <p:blipFill rotWithShape="1">
          <a:blip r:embed="rId5">
            <a:alphaModFix/>
          </a:blip>
          <a:srcRect b="0" l="0" r="0" t="0"/>
          <a:stretch/>
        </p:blipFill>
        <p:spPr>
          <a:xfrm>
            <a:off x="4819340" y="4990914"/>
            <a:ext cx="7140559" cy="853514"/>
          </a:xfrm>
          <a:prstGeom prst="rect">
            <a:avLst/>
          </a:prstGeom>
          <a:noFill/>
          <a:ln>
            <a:noFill/>
          </a:ln>
        </p:spPr>
      </p:pic>
      <p:pic>
        <p:nvPicPr>
          <p:cNvPr id="186" name="Google Shape;186;p6"/>
          <p:cNvPicPr preferRelativeResize="0"/>
          <p:nvPr/>
        </p:nvPicPr>
        <p:blipFill rotWithShape="1">
          <a:blip r:embed="rId6">
            <a:alphaModFix/>
          </a:blip>
          <a:srcRect b="0" l="0" r="0" t="0"/>
          <a:stretch/>
        </p:blipFill>
        <p:spPr>
          <a:xfrm>
            <a:off x="4819340" y="5844428"/>
            <a:ext cx="5014395" cy="167655"/>
          </a:xfrm>
          <a:prstGeom prst="rect">
            <a:avLst/>
          </a:prstGeom>
          <a:noFill/>
          <a:ln>
            <a:noFill/>
          </a:ln>
        </p:spPr>
      </p:pic>
      <p:pic>
        <p:nvPicPr>
          <p:cNvPr id="187" name="Google Shape;187;p6"/>
          <p:cNvPicPr preferRelativeResize="0"/>
          <p:nvPr/>
        </p:nvPicPr>
        <p:blipFill rotWithShape="1">
          <a:blip r:embed="rId7">
            <a:alphaModFix/>
          </a:blip>
          <a:srcRect b="0" l="0" r="0" t="0"/>
          <a:stretch/>
        </p:blipFill>
        <p:spPr>
          <a:xfrm>
            <a:off x="7909099" y="2593520"/>
            <a:ext cx="3966951" cy="138364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7"/>
          <p:cNvSpPr txBox="1"/>
          <p:nvPr>
            <p:ph idx="1" type="body"/>
          </p:nvPr>
        </p:nvSpPr>
        <p:spPr>
          <a:xfrm>
            <a:off x="685800" y="2194560"/>
            <a:ext cx="10820400" cy="402412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2200"/>
              <a:buChar char="•"/>
            </a:pPr>
            <a:r>
              <a:rPr lang="es-ES"/>
              <a:t>Instalamos Telegraf 🡪 mismo procedimiento, copiamos las líneas de código en la terminal</a:t>
            </a:r>
            <a:endParaRPr/>
          </a:p>
          <a:p>
            <a:pPr indent="-88900" lvl="0" marL="228600" rtl="0" algn="l">
              <a:lnSpc>
                <a:spcPct val="90000"/>
              </a:lnSpc>
              <a:spcBef>
                <a:spcPts val="1000"/>
              </a:spcBef>
              <a:spcAft>
                <a:spcPts val="0"/>
              </a:spcAft>
              <a:buClr>
                <a:schemeClr val="lt1"/>
              </a:buClr>
              <a:buSzPts val="2200"/>
              <a:buNone/>
            </a:pPr>
            <a:r>
              <a:t/>
            </a:r>
            <a:endParaRPr/>
          </a:p>
        </p:txBody>
      </p:sp>
      <p:sp>
        <p:nvSpPr>
          <p:cNvPr id="193" name="Google Shape;193;p7"/>
          <p:cNvSpPr txBox="1"/>
          <p:nvPr>
            <p:ph type="title"/>
          </p:nvPr>
        </p:nvSpPr>
        <p:spPr>
          <a:xfrm>
            <a:off x="2895600" y="763588"/>
            <a:ext cx="8610600" cy="1293812"/>
          </a:xfrm>
          <a:prstGeom prst="rect">
            <a:avLst/>
          </a:prstGeom>
          <a:noFill/>
          <a:ln>
            <a:noFill/>
          </a:ln>
        </p:spPr>
        <p:txBody>
          <a:bodyPr anchorCtr="0" anchor="ctr" bIns="45700" lIns="91425" spcFirstLastPara="1" rIns="91425" wrap="square" tIns="45700">
            <a:noAutofit/>
          </a:bodyPr>
          <a:lstStyle/>
          <a:p>
            <a:pPr indent="0" lvl="0" marL="0" rtl="0" algn="r">
              <a:lnSpc>
                <a:spcPct val="90000"/>
              </a:lnSpc>
              <a:spcBef>
                <a:spcPts val="0"/>
              </a:spcBef>
              <a:spcAft>
                <a:spcPts val="0"/>
              </a:spcAft>
              <a:buClr>
                <a:schemeClr val="lt1"/>
              </a:buClr>
              <a:buSzPts val="3200"/>
              <a:buFont typeface="Century Gothic"/>
              <a:buNone/>
            </a:pPr>
            <a:r>
              <a:rPr lang="es-ES" sz="3200"/>
              <a:t>INSTALACIÓN DE PROGRAMAS NECESARIOS PARA LA INGESTA DE DATOS</a:t>
            </a:r>
            <a:br>
              <a:rPr lang="es-ES" sz="3200"/>
            </a:br>
            <a:r>
              <a:rPr lang="es-ES" sz="3200"/>
              <a:t>- </a:t>
            </a:r>
            <a:r>
              <a:rPr lang="es-ES" sz="3200">
                <a:solidFill>
                  <a:schemeClr val="accent2"/>
                </a:solidFill>
              </a:rPr>
              <a:t>INFLUXDB</a:t>
            </a:r>
            <a:endParaRPr sz="3200"/>
          </a:p>
        </p:txBody>
      </p:sp>
      <p:pic>
        <p:nvPicPr>
          <p:cNvPr id="194" name="Google Shape;194;p7"/>
          <p:cNvPicPr preferRelativeResize="0"/>
          <p:nvPr/>
        </p:nvPicPr>
        <p:blipFill rotWithShape="1">
          <a:blip r:embed="rId3">
            <a:alphaModFix/>
          </a:blip>
          <a:srcRect b="0" l="0" r="0" t="0"/>
          <a:stretch/>
        </p:blipFill>
        <p:spPr>
          <a:xfrm>
            <a:off x="6581401" y="2811358"/>
            <a:ext cx="4711830" cy="216157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8"/>
          <p:cNvSpPr txBox="1"/>
          <p:nvPr>
            <p:ph idx="1" type="body"/>
          </p:nvPr>
        </p:nvSpPr>
        <p:spPr>
          <a:xfrm>
            <a:off x="685800" y="2194560"/>
            <a:ext cx="10820400" cy="402412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2200"/>
              <a:buChar char="•"/>
            </a:pPr>
            <a:r>
              <a:rPr lang="es-ES"/>
              <a:t>Para iniciar influxDB 🡪 escribimos </a:t>
            </a:r>
            <a:r>
              <a:rPr lang="es-ES">
                <a:solidFill>
                  <a:schemeClr val="accent2"/>
                </a:solidFill>
              </a:rPr>
              <a:t>influxd</a:t>
            </a:r>
            <a:r>
              <a:rPr lang="es-ES"/>
              <a:t> en la terminal</a:t>
            </a:r>
            <a:endParaRPr/>
          </a:p>
          <a:p>
            <a:pPr indent="-228600" lvl="0" marL="228600" rtl="0" algn="l">
              <a:lnSpc>
                <a:spcPct val="90000"/>
              </a:lnSpc>
              <a:spcBef>
                <a:spcPts val="1000"/>
              </a:spcBef>
              <a:spcAft>
                <a:spcPts val="0"/>
              </a:spcAft>
              <a:buClr>
                <a:schemeClr val="lt1"/>
              </a:buClr>
              <a:buSzPts val="2200"/>
              <a:buChar char="•"/>
            </a:pPr>
            <a:r>
              <a:rPr lang="es-ES"/>
              <a:t>Vamos al navegador y escribimos localhost:8086</a:t>
            </a:r>
            <a:endParaRPr/>
          </a:p>
          <a:p>
            <a:pPr indent="-228600" lvl="0" marL="228600" rtl="0" algn="l">
              <a:lnSpc>
                <a:spcPct val="90000"/>
              </a:lnSpc>
              <a:spcBef>
                <a:spcPts val="1000"/>
              </a:spcBef>
              <a:spcAft>
                <a:spcPts val="0"/>
              </a:spcAft>
              <a:buClr>
                <a:schemeClr val="lt1"/>
              </a:buClr>
              <a:buSzPts val="2200"/>
              <a:buChar char="•"/>
            </a:pPr>
            <a:r>
              <a:rPr lang="es-ES"/>
              <a:t>Aparece una pantalla la primer vez de Get started</a:t>
            </a:r>
            <a:endParaRPr/>
          </a:p>
          <a:p>
            <a:pPr indent="-88900" lvl="0" marL="228600" rtl="0" algn="l">
              <a:lnSpc>
                <a:spcPct val="90000"/>
              </a:lnSpc>
              <a:spcBef>
                <a:spcPts val="1000"/>
              </a:spcBef>
              <a:spcAft>
                <a:spcPts val="0"/>
              </a:spcAft>
              <a:buClr>
                <a:schemeClr val="lt1"/>
              </a:buClr>
              <a:buSzPts val="2200"/>
              <a:buNone/>
            </a:pPr>
            <a:r>
              <a:t/>
            </a:r>
            <a:endParaRPr/>
          </a:p>
        </p:txBody>
      </p:sp>
      <p:sp>
        <p:nvSpPr>
          <p:cNvPr id="200" name="Google Shape;200;p8"/>
          <p:cNvSpPr txBox="1"/>
          <p:nvPr>
            <p:ph type="title"/>
          </p:nvPr>
        </p:nvSpPr>
        <p:spPr>
          <a:xfrm>
            <a:off x="2895600" y="763588"/>
            <a:ext cx="8610600" cy="1293812"/>
          </a:xfrm>
          <a:prstGeom prst="rect">
            <a:avLst/>
          </a:prstGeom>
          <a:noFill/>
          <a:ln>
            <a:noFill/>
          </a:ln>
        </p:spPr>
        <p:txBody>
          <a:bodyPr anchorCtr="0" anchor="ctr" bIns="45700" lIns="91425" spcFirstLastPara="1" rIns="91425" wrap="square" tIns="45700">
            <a:noAutofit/>
          </a:bodyPr>
          <a:lstStyle/>
          <a:p>
            <a:pPr indent="0" lvl="0" marL="0" rtl="0" algn="r">
              <a:lnSpc>
                <a:spcPct val="90000"/>
              </a:lnSpc>
              <a:spcBef>
                <a:spcPts val="0"/>
              </a:spcBef>
              <a:spcAft>
                <a:spcPts val="0"/>
              </a:spcAft>
              <a:buClr>
                <a:schemeClr val="lt1"/>
              </a:buClr>
              <a:buSzPts val="3200"/>
              <a:buFont typeface="Century Gothic"/>
              <a:buNone/>
            </a:pPr>
            <a:r>
              <a:rPr lang="es-ES" sz="3200"/>
              <a:t>INSTALACIÓN DE PROGRAMAS NECESARIOS PARA LA INGESTA DE DATOS</a:t>
            </a:r>
            <a:br>
              <a:rPr lang="es-ES" sz="3200"/>
            </a:br>
            <a:r>
              <a:rPr lang="es-ES" sz="3200"/>
              <a:t>- </a:t>
            </a:r>
            <a:r>
              <a:rPr lang="es-ES" sz="3200">
                <a:solidFill>
                  <a:schemeClr val="accent2"/>
                </a:solidFill>
              </a:rPr>
              <a:t>INFLUXDATA</a:t>
            </a:r>
            <a:endParaRPr sz="3200"/>
          </a:p>
        </p:txBody>
      </p:sp>
      <p:pic>
        <p:nvPicPr>
          <p:cNvPr id="201" name="Google Shape;201;p8"/>
          <p:cNvPicPr preferRelativeResize="0"/>
          <p:nvPr/>
        </p:nvPicPr>
        <p:blipFill rotWithShape="1">
          <a:blip r:embed="rId3">
            <a:alphaModFix/>
          </a:blip>
          <a:srcRect b="0" l="0" r="0" t="0"/>
          <a:stretch/>
        </p:blipFill>
        <p:spPr>
          <a:xfrm>
            <a:off x="685800" y="3505200"/>
            <a:ext cx="5716026" cy="2209975"/>
          </a:xfrm>
          <a:prstGeom prst="rect">
            <a:avLst/>
          </a:prstGeom>
          <a:noFill/>
          <a:ln>
            <a:noFill/>
          </a:ln>
        </p:spPr>
      </p:pic>
      <p:cxnSp>
        <p:nvCxnSpPr>
          <p:cNvPr id="202" name="Google Shape;202;p8"/>
          <p:cNvCxnSpPr/>
          <p:nvPr/>
        </p:nvCxnSpPr>
        <p:spPr>
          <a:xfrm>
            <a:off x="6294120" y="4366260"/>
            <a:ext cx="792480" cy="0"/>
          </a:xfrm>
          <a:prstGeom prst="straightConnector1">
            <a:avLst/>
          </a:prstGeom>
          <a:noFill/>
          <a:ln cap="flat" cmpd="sng" w="28575">
            <a:solidFill>
              <a:schemeClr val="accent1"/>
            </a:solidFill>
            <a:prstDash val="solid"/>
            <a:round/>
            <a:headEnd len="sm" w="sm" type="none"/>
            <a:tailEnd len="med" w="med" type="triangle"/>
          </a:ln>
        </p:spPr>
      </p:cxnSp>
      <p:cxnSp>
        <p:nvCxnSpPr>
          <p:cNvPr id="203" name="Google Shape;203;p8"/>
          <p:cNvCxnSpPr/>
          <p:nvPr/>
        </p:nvCxnSpPr>
        <p:spPr>
          <a:xfrm>
            <a:off x="6294120" y="4785360"/>
            <a:ext cx="792480" cy="0"/>
          </a:xfrm>
          <a:prstGeom prst="straightConnector1">
            <a:avLst/>
          </a:prstGeom>
          <a:noFill/>
          <a:ln cap="flat" cmpd="sng" w="28575">
            <a:solidFill>
              <a:schemeClr val="accent1"/>
            </a:solidFill>
            <a:prstDash val="solid"/>
            <a:round/>
            <a:headEnd len="sm" w="sm" type="none"/>
            <a:tailEnd len="med" w="med" type="triangle"/>
          </a:ln>
        </p:spPr>
      </p:cxnSp>
      <p:cxnSp>
        <p:nvCxnSpPr>
          <p:cNvPr id="204" name="Google Shape;204;p8"/>
          <p:cNvCxnSpPr/>
          <p:nvPr/>
        </p:nvCxnSpPr>
        <p:spPr>
          <a:xfrm>
            <a:off x="6294120" y="5143500"/>
            <a:ext cx="792480" cy="0"/>
          </a:xfrm>
          <a:prstGeom prst="straightConnector1">
            <a:avLst/>
          </a:prstGeom>
          <a:noFill/>
          <a:ln cap="flat" cmpd="sng" w="28575">
            <a:solidFill>
              <a:schemeClr val="accent1"/>
            </a:solidFill>
            <a:prstDash val="solid"/>
            <a:round/>
            <a:headEnd len="sm" w="sm" type="none"/>
            <a:tailEnd len="med" w="med" type="triangle"/>
          </a:ln>
        </p:spPr>
      </p:cxnSp>
      <p:cxnSp>
        <p:nvCxnSpPr>
          <p:cNvPr id="205" name="Google Shape;205;p8"/>
          <p:cNvCxnSpPr/>
          <p:nvPr/>
        </p:nvCxnSpPr>
        <p:spPr>
          <a:xfrm>
            <a:off x="6294120" y="5486400"/>
            <a:ext cx="792480" cy="0"/>
          </a:xfrm>
          <a:prstGeom prst="straightConnector1">
            <a:avLst/>
          </a:prstGeom>
          <a:noFill/>
          <a:ln cap="flat" cmpd="sng" w="28575">
            <a:solidFill>
              <a:schemeClr val="accent1"/>
            </a:solidFill>
            <a:prstDash val="solid"/>
            <a:round/>
            <a:headEnd len="sm" w="sm" type="none"/>
            <a:tailEnd len="med" w="med" type="triangle"/>
          </a:ln>
        </p:spPr>
      </p:cxnSp>
      <p:sp>
        <p:nvSpPr>
          <p:cNvPr id="206" name="Google Shape;206;p8"/>
          <p:cNvSpPr txBox="1"/>
          <p:nvPr/>
        </p:nvSpPr>
        <p:spPr>
          <a:xfrm>
            <a:off x="7200900" y="4145280"/>
            <a:ext cx="1844040" cy="1477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s-ES" sz="1800" u="none" cap="none" strike="noStrike">
                <a:solidFill>
                  <a:schemeClr val="lt1"/>
                </a:solidFill>
                <a:latin typeface="Century Gothic"/>
                <a:ea typeface="Century Gothic"/>
                <a:cs typeface="Century Gothic"/>
                <a:sym typeface="Century Gothic"/>
              </a:rPr>
              <a:t>somo</a:t>
            </a:r>
            <a:endParaRPr/>
          </a:p>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a:p>
            <a:pPr indent="0" lvl="0" marL="0" marR="0" rtl="0" algn="l">
              <a:spcBef>
                <a:spcPts val="0"/>
              </a:spcBef>
              <a:spcAft>
                <a:spcPts val="0"/>
              </a:spcAft>
              <a:buNone/>
            </a:pPr>
            <a:r>
              <a:rPr lang="es-ES" sz="1800">
                <a:solidFill>
                  <a:schemeClr val="lt1"/>
                </a:solidFill>
                <a:latin typeface="Century Gothic"/>
                <a:ea typeface="Century Gothic"/>
                <a:cs typeface="Century Gothic"/>
                <a:sym typeface="Century Gothic"/>
              </a:rPr>
              <a:t>12345678</a:t>
            </a:r>
            <a:endParaRPr/>
          </a:p>
          <a:p>
            <a:pPr indent="0" lvl="0" marL="0" marR="0" rtl="0" algn="l">
              <a:spcBef>
                <a:spcPts val="0"/>
              </a:spcBef>
              <a:spcAft>
                <a:spcPts val="0"/>
              </a:spcAft>
              <a:buNone/>
            </a:pPr>
            <a:r>
              <a:rPr lang="es-ES" sz="1800">
                <a:solidFill>
                  <a:schemeClr val="lt1"/>
                </a:solidFill>
                <a:latin typeface="Century Gothic"/>
                <a:ea typeface="Century Gothic"/>
                <a:cs typeface="Century Gothic"/>
                <a:sym typeface="Century Gothic"/>
              </a:rPr>
              <a:t>somorrostro</a:t>
            </a:r>
            <a:endParaRPr sz="1800">
              <a:solidFill>
                <a:schemeClr val="lt1"/>
              </a:solidFill>
              <a:latin typeface="Century Gothic"/>
              <a:ea typeface="Century Gothic"/>
              <a:cs typeface="Century Gothic"/>
              <a:sym typeface="Century Gothic"/>
            </a:endParaRPr>
          </a:p>
          <a:p>
            <a:pPr indent="0" lvl="0" marL="0" marR="0" rtl="0" algn="l">
              <a:spcBef>
                <a:spcPts val="0"/>
              </a:spcBef>
              <a:spcAft>
                <a:spcPts val="0"/>
              </a:spcAft>
              <a:buNone/>
            </a:pPr>
            <a:r>
              <a:rPr lang="es-ES" sz="1800">
                <a:solidFill>
                  <a:schemeClr val="lt1"/>
                </a:solidFill>
                <a:latin typeface="Century Gothic"/>
                <a:ea typeface="Century Gothic"/>
                <a:cs typeface="Century Gothic"/>
                <a:sym typeface="Century Gothic"/>
              </a:rPr>
              <a:t>initial-bucket</a:t>
            </a:r>
            <a:endParaRPr sz="1800">
              <a:solidFill>
                <a:schemeClr val="lt1"/>
              </a:solidFill>
              <a:latin typeface="Century Gothic"/>
              <a:ea typeface="Century Gothic"/>
              <a:cs typeface="Century Gothic"/>
              <a:sym typeface="Century Gothic"/>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9"/>
          <p:cNvSpPr txBox="1"/>
          <p:nvPr>
            <p:ph idx="1" type="body"/>
          </p:nvPr>
        </p:nvSpPr>
        <p:spPr>
          <a:xfrm>
            <a:off x="685800" y="2194560"/>
            <a:ext cx="10820400" cy="402412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2200"/>
              <a:buChar char="•"/>
            </a:pPr>
            <a:r>
              <a:rPr lang="es-ES"/>
              <a:t>Ya tenemos una cuenta en influxdb, vamos a ver cómo procesar los datos que tenemos que meterle.</a:t>
            </a:r>
            <a:endParaRPr/>
          </a:p>
          <a:p>
            <a:pPr indent="-228600" lvl="0" marL="228600" rtl="0" algn="l">
              <a:lnSpc>
                <a:spcPct val="90000"/>
              </a:lnSpc>
              <a:spcBef>
                <a:spcPts val="1000"/>
              </a:spcBef>
              <a:spcAft>
                <a:spcPts val="0"/>
              </a:spcAft>
              <a:buClr>
                <a:schemeClr val="lt1"/>
              </a:buClr>
              <a:buSzPts val="2200"/>
              <a:buChar char="•"/>
            </a:pPr>
            <a:r>
              <a:rPr lang="es-ES"/>
              <a:t>Para ello, entramos dentro de nuestro entorno virtual 🡪 source </a:t>
            </a:r>
            <a:r>
              <a:rPr lang="es-ES">
                <a:solidFill>
                  <a:schemeClr val="accent2"/>
                </a:solidFill>
              </a:rPr>
              <a:t>bda</a:t>
            </a:r>
            <a:r>
              <a:rPr lang="es-ES"/>
              <a:t>/bin/activate</a:t>
            </a:r>
            <a:endParaRPr/>
          </a:p>
          <a:p>
            <a:pPr indent="-228600" lvl="0" marL="228600" rtl="0" algn="l">
              <a:lnSpc>
                <a:spcPct val="90000"/>
              </a:lnSpc>
              <a:spcBef>
                <a:spcPts val="1000"/>
              </a:spcBef>
              <a:spcAft>
                <a:spcPts val="0"/>
              </a:spcAft>
              <a:buClr>
                <a:schemeClr val="lt1"/>
              </a:buClr>
              <a:buSzPts val="2200"/>
              <a:buChar char="•"/>
            </a:pPr>
            <a:r>
              <a:rPr lang="es-ES"/>
              <a:t>Escribimos 🡪 jupyter notebook 🡪 se nos abre en el navegador una pestaña</a:t>
            </a:r>
            <a:endParaRPr/>
          </a:p>
          <a:p>
            <a:pPr indent="-88900" lvl="0" marL="228600" rtl="0" algn="l">
              <a:lnSpc>
                <a:spcPct val="90000"/>
              </a:lnSpc>
              <a:spcBef>
                <a:spcPts val="1000"/>
              </a:spcBef>
              <a:spcAft>
                <a:spcPts val="0"/>
              </a:spcAft>
              <a:buClr>
                <a:schemeClr val="lt1"/>
              </a:buClr>
              <a:buSzPts val="2200"/>
              <a:buNone/>
            </a:pPr>
            <a:r>
              <a:t/>
            </a:r>
            <a:endParaRPr/>
          </a:p>
        </p:txBody>
      </p:sp>
      <p:sp>
        <p:nvSpPr>
          <p:cNvPr id="212" name="Google Shape;212;p9"/>
          <p:cNvSpPr txBox="1"/>
          <p:nvPr>
            <p:ph type="title"/>
          </p:nvPr>
        </p:nvSpPr>
        <p:spPr>
          <a:xfrm>
            <a:off x="2895600" y="763588"/>
            <a:ext cx="8610600" cy="1293812"/>
          </a:xfrm>
          <a:prstGeom prst="rect">
            <a:avLst/>
          </a:prstGeom>
          <a:noFill/>
          <a:ln>
            <a:noFill/>
          </a:ln>
        </p:spPr>
        <p:txBody>
          <a:bodyPr anchorCtr="0" anchor="ctr" bIns="45700" lIns="91425" spcFirstLastPara="1" rIns="91425" wrap="square" tIns="45700">
            <a:noAutofit/>
          </a:bodyPr>
          <a:lstStyle/>
          <a:p>
            <a:pPr indent="0" lvl="0" marL="0" rtl="0" algn="r">
              <a:lnSpc>
                <a:spcPct val="90000"/>
              </a:lnSpc>
              <a:spcBef>
                <a:spcPts val="0"/>
              </a:spcBef>
              <a:spcAft>
                <a:spcPts val="0"/>
              </a:spcAft>
              <a:buClr>
                <a:schemeClr val="lt1"/>
              </a:buClr>
              <a:buSzPts val="3200"/>
              <a:buFont typeface="Century Gothic"/>
              <a:buNone/>
            </a:pPr>
            <a:r>
              <a:rPr lang="es-ES" sz="3200"/>
              <a:t>INFLUXDB – PROCESAMIENTO DE DATOS</a:t>
            </a:r>
            <a:endParaRPr/>
          </a:p>
        </p:txBody>
      </p:sp>
      <p:pic>
        <p:nvPicPr>
          <p:cNvPr id="213" name="Google Shape;213;p9"/>
          <p:cNvPicPr preferRelativeResize="0"/>
          <p:nvPr/>
        </p:nvPicPr>
        <p:blipFill rotWithShape="1">
          <a:blip r:embed="rId3">
            <a:alphaModFix/>
          </a:blip>
          <a:srcRect b="0" l="0" r="0" t="0"/>
          <a:stretch/>
        </p:blipFill>
        <p:spPr>
          <a:xfrm>
            <a:off x="6575249" y="3292217"/>
            <a:ext cx="2949196" cy="304826"/>
          </a:xfrm>
          <a:prstGeom prst="rect">
            <a:avLst/>
          </a:prstGeom>
          <a:noFill/>
          <a:ln>
            <a:noFill/>
          </a:ln>
        </p:spPr>
      </p:pic>
      <p:pic>
        <p:nvPicPr>
          <p:cNvPr id="214" name="Google Shape;214;p9"/>
          <p:cNvPicPr preferRelativeResize="0"/>
          <p:nvPr/>
        </p:nvPicPr>
        <p:blipFill rotWithShape="1">
          <a:blip r:embed="rId4">
            <a:alphaModFix/>
          </a:blip>
          <a:srcRect b="0" l="0" r="0" t="0"/>
          <a:stretch/>
        </p:blipFill>
        <p:spPr>
          <a:xfrm>
            <a:off x="502348" y="4194984"/>
            <a:ext cx="7020794" cy="2259005"/>
          </a:xfrm>
          <a:prstGeom prst="rect">
            <a:avLst/>
          </a:prstGeom>
          <a:noFill/>
          <a:ln>
            <a:noFill/>
          </a:ln>
        </p:spPr>
      </p:pic>
      <p:sp>
        <p:nvSpPr>
          <p:cNvPr id="215" name="Google Shape;215;p9"/>
          <p:cNvSpPr txBox="1"/>
          <p:nvPr/>
        </p:nvSpPr>
        <p:spPr>
          <a:xfrm>
            <a:off x="8109284" y="4507831"/>
            <a:ext cx="3580368" cy="1754326"/>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lt1"/>
              </a:buClr>
              <a:buSzPts val="1800"/>
              <a:buFont typeface="Arial"/>
              <a:buChar char="•"/>
            </a:pPr>
            <a:r>
              <a:rPr lang="es-ES" sz="1800">
                <a:solidFill>
                  <a:schemeClr val="lt1"/>
                </a:solidFill>
                <a:latin typeface="Century Gothic"/>
                <a:ea typeface="Century Gothic"/>
                <a:cs typeface="Century Gothic"/>
                <a:sym typeface="Century Gothic"/>
              </a:rPr>
              <a:t>Puede que necesitemos copiar un link que aparecerá en la terminal para poder abrir el notebook. (</a:t>
            </a:r>
            <a:r>
              <a:rPr b="0" i="0" lang="es-ES" sz="1800" u="none" cap="none" strike="noStrike">
                <a:solidFill>
                  <a:schemeClr val="lt1"/>
                </a:solidFill>
                <a:latin typeface="Arimo"/>
                <a:ea typeface="Arimo"/>
                <a:cs typeface="Arimo"/>
                <a:sym typeface="Arimo"/>
              </a:rPr>
              <a:t>http://localhost:8888</a:t>
            </a:r>
            <a:r>
              <a:rPr b="0" i="0" lang="es-ES" sz="1400" u="none" cap="none" strike="noStrike">
                <a:solidFill>
                  <a:schemeClr val="lt1"/>
                </a:solidFill>
                <a:latin typeface="Century Gothic"/>
                <a:ea typeface="Century Gothic"/>
                <a:cs typeface="Century Gothic"/>
                <a:sym typeface="Century Gothic"/>
              </a:rPr>
              <a:t> </a:t>
            </a:r>
            <a:r>
              <a:rPr lang="es-ES" sz="1800">
                <a:solidFill>
                  <a:schemeClr val="lt1"/>
                </a:solidFill>
                <a:latin typeface="Century Gothic"/>
                <a:ea typeface="Century Gothic"/>
                <a:cs typeface="Century Gothic"/>
                <a:sym typeface="Century Gothic"/>
              </a:rPr>
              <a: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10"/>
          <p:cNvSpPr txBox="1"/>
          <p:nvPr>
            <p:ph idx="1" type="body"/>
          </p:nvPr>
        </p:nvSpPr>
        <p:spPr>
          <a:xfrm>
            <a:off x="685800" y="2194560"/>
            <a:ext cx="10820400" cy="402412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2200"/>
              <a:buChar char="•"/>
            </a:pPr>
            <a:r>
              <a:rPr lang="es-ES"/>
              <a:t>Creamos un nuevo notebook 🡪 click en New 🡪</a:t>
            </a:r>
            <a:br>
              <a:rPr lang="es-ES"/>
            </a:br>
            <a:r>
              <a:rPr lang="es-ES"/>
              <a:t>python3 🡪 se nos abre otra pestaña, donde iremos escribiendo el código para modificar la database que tenemos</a:t>
            </a:r>
            <a:endParaRPr/>
          </a:p>
          <a:p>
            <a:pPr indent="-228600" lvl="0" marL="228600" rtl="0" algn="l">
              <a:lnSpc>
                <a:spcPct val="90000"/>
              </a:lnSpc>
              <a:spcBef>
                <a:spcPts val="1000"/>
              </a:spcBef>
              <a:spcAft>
                <a:spcPts val="0"/>
              </a:spcAft>
              <a:buClr>
                <a:schemeClr val="lt1"/>
              </a:buClr>
              <a:buSzPts val="2200"/>
              <a:buChar char="•"/>
            </a:pPr>
            <a:r>
              <a:rPr lang="es-ES"/>
              <a:t>Cambiamos el nombre de este notebook 🡪 Click en Untitled y ponemos el nombre que queramos.</a:t>
            </a:r>
            <a:endParaRPr/>
          </a:p>
          <a:p>
            <a:pPr indent="-88900" lvl="0" marL="228600" rtl="0" algn="l">
              <a:lnSpc>
                <a:spcPct val="90000"/>
              </a:lnSpc>
              <a:spcBef>
                <a:spcPts val="1000"/>
              </a:spcBef>
              <a:spcAft>
                <a:spcPts val="0"/>
              </a:spcAft>
              <a:buClr>
                <a:schemeClr val="lt1"/>
              </a:buClr>
              <a:buSzPts val="2200"/>
              <a:buNone/>
            </a:pPr>
            <a:r>
              <a:t/>
            </a:r>
            <a:endParaRPr/>
          </a:p>
        </p:txBody>
      </p:sp>
      <p:sp>
        <p:nvSpPr>
          <p:cNvPr id="221" name="Google Shape;221;p10"/>
          <p:cNvSpPr txBox="1"/>
          <p:nvPr>
            <p:ph type="title"/>
          </p:nvPr>
        </p:nvSpPr>
        <p:spPr>
          <a:xfrm>
            <a:off x="2895600" y="763588"/>
            <a:ext cx="8610600" cy="1293812"/>
          </a:xfrm>
          <a:prstGeom prst="rect">
            <a:avLst/>
          </a:prstGeom>
          <a:noFill/>
          <a:ln>
            <a:noFill/>
          </a:ln>
        </p:spPr>
        <p:txBody>
          <a:bodyPr anchorCtr="0" anchor="ctr" bIns="45700" lIns="91425" spcFirstLastPara="1" rIns="91425" wrap="square" tIns="45700">
            <a:noAutofit/>
          </a:bodyPr>
          <a:lstStyle/>
          <a:p>
            <a:pPr indent="0" lvl="0" marL="0" rtl="0" algn="r">
              <a:lnSpc>
                <a:spcPct val="90000"/>
              </a:lnSpc>
              <a:spcBef>
                <a:spcPts val="0"/>
              </a:spcBef>
              <a:spcAft>
                <a:spcPts val="0"/>
              </a:spcAft>
              <a:buClr>
                <a:schemeClr val="lt1"/>
              </a:buClr>
              <a:buSzPts val="3200"/>
              <a:buFont typeface="Century Gothic"/>
              <a:buNone/>
            </a:pPr>
            <a:r>
              <a:rPr lang="es-ES" sz="3200"/>
              <a:t>INFLUXDB – PROCESAMIENTO DE DATOS</a:t>
            </a:r>
            <a:endParaRPr/>
          </a:p>
        </p:txBody>
      </p:sp>
      <p:pic>
        <p:nvPicPr>
          <p:cNvPr id="222" name="Google Shape;222;p10"/>
          <p:cNvPicPr preferRelativeResize="0"/>
          <p:nvPr/>
        </p:nvPicPr>
        <p:blipFill rotWithShape="1">
          <a:blip r:embed="rId3">
            <a:alphaModFix/>
          </a:blip>
          <a:srcRect b="0" l="0" r="0" t="0"/>
          <a:stretch/>
        </p:blipFill>
        <p:spPr>
          <a:xfrm>
            <a:off x="7592080" y="2053178"/>
            <a:ext cx="1790855" cy="495343"/>
          </a:xfrm>
          <a:prstGeom prst="rect">
            <a:avLst/>
          </a:prstGeom>
          <a:noFill/>
          <a:ln>
            <a:noFill/>
          </a:ln>
        </p:spPr>
      </p:pic>
      <p:sp>
        <p:nvSpPr>
          <p:cNvPr id="223" name="Google Shape;223;p10"/>
          <p:cNvSpPr/>
          <p:nvPr/>
        </p:nvSpPr>
        <p:spPr>
          <a:xfrm>
            <a:off x="8479692" y="2265756"/>
            <a:ext cx="468923" cy="234462"/>
          </a:xfrm>
          <a:prstGeom prst="rect">
            <a:avLst/>
          </a:prstGeom>
          <a:noFill/>
          <a:ln cap="flat" cmpd="sng" w="2857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24" name="Google Shape;224;p10"/>
          <p:cNvSpPr txBox="1"/>
          <p:nvPr/>
        </p:nvSpPr>
        <p:spPr>
          <a:xfrm>
            <a:off x="201246" y="411550"/>
            <a:ext cx="8192477"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1800">
                <a:solidFill>
                  <a:schemeClr val="lt1"/>
                </a:solidFill>
                <a:latin typeface="Century Gothic"/>
                <a:ea typeface="Century Gothic"/>
                <a:cs typeface="Century Gothic"/>
                <a:sym typeface="Century Gothic"/>
              </a:rPr>
              <a:t>Para poder hacer este paso, compartir con los alumnos algún csv, o utilizar Google trends para crear diferentes csvs. Poner el csv en la carpeta personal.</a:t>
            </a:r>
            <a:endParaRPr/>
          </a:p>
        </p:txBody>
      </p:sp>
      <p:pic>
        <p:nvPicPr>
          <p:cNvPr id="225" name="Google Shape;225;p10"/>
          <p:cNvPicPr preferRelativeResize="0"/>
          <p:nvPr/>
        </p:nvPicPr>
        <p:blipFill rotWithShape="1">
          <a:blip r:embed="rId4">
            <a:alphaModFix/>
          </a:blip>
          <a:srcRect b="0" l="0" r="0" t="0"/>
          <a:stretch/>
        </p:blipFill>
        <p:spPr>
          <a:xfrm>
            <a:off x="3004442" y="3985117"/>
            <a:ext cx="6378493" cy="1653683"/>
          </a:xfrm>
          <a:prstGeom prst="rect">
            <a:avLst/>
          </a:prstGeom>
          <a:noFill/>
          <a:ln>
            <a:noFill/>
          </a:ln>
        </p:spPr>
      </p:pic>
      <p:sp>
        <p:nvSpPr>
          <p:cNvPr id="226" name="Google Shape;226;p10"/>
          <p:cNvSpPr/>
          <p:nvPr/>
        </p:nvSpPr>
        <p:spPr>
          <a:xfrm>
            <a:off x="4122615" y="3988710"/>
            <a:ext cx="543170" cy="231598"/>
          </a:xfrm>
          <a:prstGeom prst="rect">
            <a:avLst/>
          </a:prstGeom>
          <a:noFill/>
          <a:ln cap="flat" cmpd="sng" w="2857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11"/>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3200"/>
              <a:buFont typeface="Century Gothic"/>
              <a:buNone/>
            </a:pPr>
            <a:r>
              <a:rPr lang="es-ES" sz="3200"/>
              <a:t>INFLUXDB – PROCESAMIENTO DE DATOS</a:t>
            </a:r>
            <a:endParaRPr/>
          </a:p>
        </p:txBody>
      </p:sp>
      <p:sp>
        <p:nvSpPr>
          <p:cNvPr id="232" name="Google Shape;232;p11"/>
          <p:cNvSpPr txBox="1"/>
          <p:nvPr>
            <p:ph idx="1" type="body"/>
          </p:nvPr>
        </p:nvSpPr>
        <p:spPr>
          <a:xfrm>
            <a:off x="685800" y="2194560"/>
            <a:ext cx="10820400" cy="402412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2200"/>
              <a:buChar char="•"/>
            </a:pPr>
            <a:r>
              <a:rPr lang="es-ES"/>
              <a:t>Lo primero que hacemos es importar dos bibliotecas de python3.</a:t>
            </a:r>
            <a:endParaRPr/>
          </a:p>
          <a:p>
            <a:pPr indent="-88900" lvl="0" marL="228600" rtl="0" algn="l">
              <a:lnSpc>
                <a:spcPct val="90000"/>
              </a:lnSpc>
              <a:spcBef>
                <a:spcPts val="1000"/>
              </a:spcBef>
              <a:spcAft>
                <a:spcPts val="0"/>
              </a:spcAft>
              <a:buClr>
                <a:schemeClr val="lt1"/>
              </a:buClr>
              <a:buSzPts val="2200"/>
              <a:buNone/>
            </a:pPr>
            <a:r>
              <a:t/>
            </a:r>
            <a:endParaRPr/>
          </a:p>
          <a:p>
            <a:pPr indent="-228600" lvl="0" marL="228600" rtl="0" algn="l">
              <a:lnSpc>
                <a:spcPct val="90000"/>
              </a:lnSpc>
              <a:spcBef>
                <a:spcPts val="1000"/>
              </a:spcBef>
              <a:spcAft>
                <a:spcPts val="0"/>
              </a:spcAft>
              <a:buClr>
                <a:schemeClr val="lt1"/>
              </a:buClr>
              <a:buSzPts val="2200"/>
              <a:buChar char="•"/>
            </a:pPr>
            <a:r>
              <a:rPr lang="es-ES"/>
              <a:t>Para correr el código, le damos a          , o le damos a Ctrl+Enter o Shift+Enter</a:t>
            </a:r>
            <a:endParaRPr/>
          </a:p>
          <a:p>
            <a:pPr indent="-228600" lvl="0" marL="228600" rtl="0" algn="l">
              <a:lnSpc>
                <a:spcPct val="90000"/>
              </a:lnSpc>
              <a:spcBef>
                <a:spcPts val="1000"/>
              </a:spcBef>
              <a:spcAft>
                <a:spcPts val="0"/>
              </a:spcAft>
              <a:buClr>
                <a:schemeClr val="lt1"/>
              </a:buClr>
              <a:buSzPts val="2200"/>
              <a:buChar char="•"/>
            </a:pPr>
            <a:r>
              <a:rPr lang="es-ES"/>
              <a:t> Metemos en una variable que llamamos “rawdata” el csv.</a:t>
            </a:r>
            <a:endParaRPr/>
          </a:p>
          <a:p>
            <a:pPr indent="-228600" lvl="0" marL="228600" rtl="0" algn="l">
              <a:lnSpc>
                <a:spcPct val="90000"/>
              </a:lnSpc>
              <a:spcBef>
                <a:spcPts val="1000"/>
              </a:spcBef>
              <a:spcAft>
                <a:spcPts val="0"/>
              </a:spcAft>
              <a:buClr>
                <a:schemeClr val="lt1"/>
              </a:buClr>
              <a:buSzPts val="2200"/>
              <a:buChar char="•"/>
            </a:pPr>
            <a:r>
              <a:rPr lang="es-ES"/>
              <a:t>Si queremos ver qué lleva el csv escribimos el nombre</a:t>
            </a:r>
            <a:br>
              <a:rPr lang="es-ES"/>
            </a:br>
            <a:r>
              <a:rPr lang="es-ES"/>
              <a:t>de esa variable.</a:t>
            </a:r>
            <a:endParaRPr/>
          </a:p>
        </p:txBody>
      </p:sp>
      <p:pic>
        <p:nvPicPr>
          <p:cNvPr id="233" name="Google Shape;233;p11"/>
          <p:cNvPicPr preferRelativeResize="0"/>
          <p:nvPr/>
        </p:nvPicPr>
        <p:blipFill rotWithShape="1">
          <a:blip r:embed="rId3">
            <a:alphaModFix/>
          </a:blip>
          <a:srcRect b="0" l="0" r="0" t="0"/>
          <a:stretch/>
        </p:blipFill>
        <p:spPr>
          <a:xfrm>
            <a:off x="1209662" y="2614227"/>
            <a:ext cx="1394581" cy="457240"/>
          </a:xfrm>
          <a:prstGeom prst="rect">
            <a:avLst/>
          </a:prstGeom>
          <a:noFill/>
          <a:ln>
            <a:noFill/>
          </a:ln>
        </p:spPr>
      </p:pic>
      <p:pic>
        <p:nvPicPr>
          <p:cNvPr id="234" name="Google Shape;234;p11"/>
          <p:cNvPicPr preferRelativeResize="0"/>
          <p:nvPr/>
        </p:nvPicPr>
        <p:blipFill rotWithShape="1">
          <a:blip r:embed="rId4">
            <a:alphaModFix/>
          </a:blip>
          <a:srcRect b="0" l="0" r="0" t="0"/>
          <a:stretch/>
        </p:blipFill>
        <p:spPr>
          <a:xfrm>
            <a:off x="5645712" y="3104259"/>
            <a:ext cx="541067" cy="274344"/>
          </a:xfrm>
          <a:prstGeom prst="rect">
            <a:avLst/>
          </a:prstGeom>
          <a:noFill/>
          <a:ln>
            <a:noFill/>
          </a:ln>
        </p:spPr>
      </p:pic>
      <p:pic>
        <p:nvPicPr>
          <p:cNvPr id="235" name="Google Shape;235;p11"/>
          <p:cNvPicPr preferRelativeResize="0"/>
          <p:nvPr/>
        </p:nvPicPr>
        <p:blipFill rotWithShape="1">
          <a:blip r:embed="rId5">
            <a:alphaModFix/>
          </a:blip>
          <a:srcRect b="0" l="0" r="0" t="0"/>
          <a:stretch/>
        </p:blipFill>
        <p:spPr>
          <a:xfrm>
            <a:off x="8723854" y="3924658"/>
            <a:ext cx="3055885" cy="281964"/>
          </a:xfrm>
          <a:prstGeom prst="rect">
            <a:avLst/>
          </a:prstGeom>
          <a:noFill/>
          <a:ln>
            <a:noFill/>
          </a:ln>
        </p:spPr>
      </p:pic>
      <p:pic>
        <p:nvPicPr>
          <p:cNvPr id="236" name="Google Shape;236;p11"/>
          <p:cNvPicPr preferRelativeResize="0"/>
          <p:nvPr/>
        </p:nvPicPr>
        <p:blipFill rotWithShape="1">
          <a:blip r:embed="rId6">
            <a:alphaModFix/>
          </a:blip>
          <a:srcRect b="0" l="0" r="0" t="0"/>
          <a:stretch/>
        </p:blipFill>
        <p:spPr>
          <a:xfrm>
            <a:off x="4658836" y="4288302"/>
            <a:ext cx="3055885" cy="250138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12"/>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3200"/>
              <a:buFont typeface="Century Gothic"/>
              <a:buNone/>
            </a:pPr>
            <a:r>
              <a:rPr lang="es-ES" sz="3200"/>
              <a:t>INFLUXDB – PROCESAMIENTO DE DATOS</a:t>
            </a:r>
            <a:endParaRPr/>
          </a:p>
        </p:txBody>
      </p:sp>
      <p:sp>
        <p:nvSpPr>
          <p:cNvPr id="242" name="Google Shape;242;p12"/>
          <p:cNvSpPr txBox="1"/>
          <p:nvPr>
            <p:ph idx="1" type="body"/>
          </p:nvPr>
        </p:nvSpPr>
        <p:spPr>
          <a:xfrm>
            <a:off x="685800" y="2194560"/>
            <a:ext cx="10820400" cy="402412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2200"/>
              <a:buChar char="•"/>
            </a:pPr>
            <a:r>
              <a:rPr lang="es-ES"/>
              <a:t>En el siguiente paso, convertimos la columna de “epoch” en una fecha con un formato más habitual.</a:t>
            </a:r>
            <a:endParaRPr/>
          </a:p>
          <a:p>
            <a:pPr indent="-88900" lvl="0" marL="228600" rtl="0" algn="l">
              <a:lnSpc>
                <a:spcPct val="90000"/>
              </a:lnSpc>
              <a:spcBef>
                <a:spcPts val="1000"/>
              </a:spcBef>
              <a:spcAft>
                <a:spcPts val="0"/>
              </a:spcAft>
              <a:buClr>
                <a:schemeClr val="lt1"/>
              </a:buClr>
              <a:buSzPts val="2200"/>
              <a:buNone/>
            </a:pPr>
            <a:r>
              <a:t/>
            </a:r>
            <a:endParaRPr/>
          </a:p>
          <a:p>
            <a:pPr indent="-228600" lvl="0" marL="228600" rtl="0" algn="l">
              <a:lnSpc>
                <a:spcPct val="90000"/>
              </a:lnSpc>
              <a:spcBef>
                <a:spcPts val="1000"/>
              </a:spcBef>
              <a:spcAft>
                <a:spcPts val="0"/>
              </a:spcAft>
              <a:buClr>
                <a:schemeClr val="lt1"/>
              </a:buClr>
              <a:buSzPts val="2200"/>
              <a:buChar char="•"/>
            </a:pPr>
            <a:r>
              <a:rPr lang="es-ES"/>
              <a:t>Ahora queremos convertir epoch en el</a:t>
            </a:r>
            <a:br>
              <a:rPr lang="es-ES"/>
            </a:br>
            <a:r>
              <a:rPr lang="es-ES"/>
              <a:t>índice de nuestro csv, ya que influxdb </a:t>
            </a:r>
            <a:br>
              <a:rPr lang="es-ES"/>
            </a:br>
            <a:r>
              <a:rPr lang="es-ES"/>
              <a:t>necesita los csvs con ese formato.</a:t>
            </a:r>
            <a:endParaRPr/>
          </a:p>
          <a:p>
            <a:pPr indent="-228600" lvl="0" marL="228600" rtl="0" algn="l">
              <a:lnSpc>
                <a:spcPct val="90000"/>
              </a:lnSpc>
              <a:spcBef>
                <a:spcPts val="1000"/>
              </a:spcBef>
              <a:spcAft>
                <a:spcPts val="0"/>
              </a:spcAft>
              <a:buClr>
                <a:schemeClr val="lt1"/>
              </a:buClr>
              <a:buSzPts val="2200"/>
              <a:buChar char="•"/>
            </a:pPr>
            <a:r>
              <a:rPr lang="es-ES"/>
              <a:t>A la vez, borramos la columna ‘epoch’,</a:t>
            </a:r>
            <a:br>
              <a:rPr lang="es-ES"/>
            </a:br>
            <a:r>
              <a:rPr lang="es-ES"/>
              <a:t>porque la acabamos de poner como</a:t>
            </a:r>
            <a:br>
              <a:rPr lang="es-ES"/>
            </a:br>
            <a:r>
              <a:rPr lang="es-ES"/>
              <a:t>índice, y no la queremos repetida dos veces.</a:t>
            </a:r>
            <a:endParaRPr/>
          </a:p>
        </p:txBody>
      </p:sp>
      <p:pic>
        <p:nvPicPr>
          <p:cNvPr id="243" name="Google Shape;243;p12"/>
          <p:cNvPicPr preferRelativeResize="0"/>
          <p:nvPr/>
        </p:nvPicPr>
        <p:blipFill rotWithShape="1">
          <a:blip r:embed="rId3">
            <a:alphaModFix/>
          </a:blip>
          <a:srcRect b="0" l="0" r="0" t="0"/>
          <a:stretch/>
        </p:blipFill>
        <p:spPr>
          <a:xfrm>
            <a:off x="4663268" y="2799849"/>
            <a:ext cx="6226080" cy="304826"/>
          </a:xfrm>
          <a:prstGeom prst="rect">
            <a:avLst/>
          </a:prstGeom>
          <a:noFill/>
          <a:ln>
            <a:noFill/>
          </a:ln>
        </p:spPr>
      </p:pic>
      <p:pic>
        <p:nvPicPr>
          <p:cNvPr id="244" name="Google Shape;244;p12"/>
          <p:cNvPicPr preferRelativeResize="0"/>
          <p:nvPr/>
        </p:nvPicPr>
        <p:blipFill rotWithShape="1">
          <a:blip r:embed="rId4">
            <a:alphaModFix/>
          </a:blip>
          <a:srcRect b="0" l="0" r="0" t="0"/>
          <a:stretch/>
        </p:blipFill>
        <p:spPr>
          <a:xfrm>
            <a:off x="6682743" y="3130794"/>
            <a:ext cx="4206605" cy="1158340"/>
          </a:xfrm>
          <a:prstGeom prst="rect">
            <a:avLst/>
          </a:prstGeom>
          <a:noFill/>
          <a:ln>
            <a:noFill/>
          </a:ln>
        </p:spPr>
      </p:pic>
      <p:pic>
        <p:nvPicPr>
          <p:cNvPr id="245" name="Google Shape;245;p12"/>
          <p:cNvPicPr preferRelativeResize="0"/>
          <p:nvPr/>
        </p:nvPicPr>
        <p:blipFill rotWithShape="1">
          <a:blip r:embed="rId5">
            <a:alphaModFix/>
          </a:blip>
          <a:srcRect b="0" l="0" r="0" t="0"/>
          <a:stretch/>
        </p:blipFill>
        <p:spPr>
          <a:xfrm>
            <a:off x="6682743" y="4311129"/>
            <a:ext cx="4016088" cy="701101"/>
          </a:xfrm>
          <a:prstGeom prst="rect">
            <a:avLst/>
          </a:prstGeom>
          <a:noFill/>
          <a:ln>
            <a:noFill/>
          </a:ln>
        </p:spPr>
      </p:pic>
      <p:pic>
        <p:nvPicPr>
          <p:cNvPr id="246" name="Google Shape;246;p12"/>
          <p:cNvPicPr preferRelativeResize="0"/>
          <p:nvPr/>
        </p:nvPicPr>
        <p:blipFill rotWithShape="1">
          <a:blip r:embed="rId6">
            <a:alphaModFix/>
          </a:blip>
          <a:srcRect b="0" l="0" r="0" t="0"/>
          <a:stretch/>
        </p:blipFill>
        <p:spPr>
          <a:xfrm>
            <a:off x="7200900" y="5068727"/>
            <a:ext cx="3863675" cy="1409822"/>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13"/>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3200"/>
              <a:buFont typeface="Century Gothic"/>
              <a:buNone/>
            </a:pPr>
            <a:r>
              <a:rPr lang="es-ES" sz="3200"/>
              <a:t>INFLUXDB – SUBIDA DE DATOS</a:t>
            </a:r>
            <a:endParaRPr/>
          </a:p>
        </p:txBody>
      </p:sp>
      <p:sp>
        <p:nvSpPr>
          <p:cNvPr id="252" name="Google Shape;252;p13"/>
          <p:cNvSpPr txBox="1"/>
          <p:nvPr>
            <p:ph idx="1" type="body"/>
          </p:nvPr>
        </p:nvSpPr>
        <p:spPr>
          <a:xfrm>
            <a:off x="685800" y="2194560"/>
            <a:ext cx="10820400" cy="402412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2200"/>
              <a:buChar char="•"/>
            </a:pPr>
            <a:r>
              <a:rPr lang="es-ES"/>
              <a:t>Cargamos la librería de Influxdb</a:t>
            </a:r>
            <a:endParaRPr/>
          </a:p>
          <a:p>
            <a:pPr indent="-88900" lvl="0" marL="228600" rtl="0" algn="l">
              <a:lnSpc>
                <a:spcPct val="90000"/>
              </a:lnSpc>
              <a:spcBef>
                <a:spcPts val="1000"/>
              </a:spcBef>
              <a:spcAft>
                <a:spcPts val="0"/>
              </a:spcAft>
              <a:buClr>
                <a:schemeClr val="lt1"/>
              </a:buClr>
              <a:buSzPts val="2200"/>
              <a:buNone/>
            </a:pPr>
            <a:r>
              <a:t/>
            </a:r>
            <a:endParaRPr/>
          </a:p>
          <a:p>
            <a:pPr indent="-88900" lvl="0" marL="228600" rtl="0" algn="l">
              <a:lnSpc>
                <a:spcPct val="90000"/>
              </a:lnSpc>
              <a:spcBef>
                <a:spcPts val="1000"/>
              </a:spcBef>
              <a:spcAft>
                <a:spcPts val="0"/>
              </a:spcAft>
              <a:buClr>
                <a:schemeClr val="lt1"/>
              </a:buClr>
              <a:buSzPts val="2200"/>
              <a:buNone/>
            </a:pPr>
            <a:r>
              <a:t/>
            </a:r>
            <a:endParaRPr/>
          </a:p>
          <a:p>
            <a:pPr indent="-228600" lvl="0" marL="228600" rtl="0" algn="l">
              <a:lnSpc>
                <a:spcPct val="90000"/>
              </a:lnSpc>
              <a:spcBef>
                <a:spcPts val="1000"/>
              </a:spcBef>
              <a:spcAft>
                <a:spcPts val="0"/>
              </a:spcAft>
              <a:buClr>
                <a:schemeClr val="lt1"/>
              </a:buClr>
              <a:buSzPts val="2200"/>
              <a:buChar char="•"/>
            </a:pPr>
            <a:r>
              <a:rPr lang="es-ES"/>
              <a:t>Tenemos que cargar un token, personal para cada uno, para ello, vamos a la pestaña de influxdb (localhost:8086) 🡪 click en el icono de la flecha 🡪 opción de API Tokens</a:t>
            </a:r>
            <a:endParaRPr/>
          </a:p>
          <a:p>
            <a:pPr indent="-228600" lvl="0" marL="228600" rtl="0" algn="l">
              <a:lnSpc>
                <a:spcPct val="90000"/>
              </a:lnSpc>
              <a:spcBef>
                <a:spcPts val="1000"/>
              </a:spcBef>
              <a:spcAft>
                <a:spcPts val="0"/>
              </a:spcAft>
              <a:buClr>
                <a:schemeClr val="lt1"/>
              </a:buClr>
              <a:buSzPts val="2200"/>
              <a:buChar char="•"/>
            </a:pPr>
            <a:r>
              <a:rPr lang="es-ES"/>
              <a:t>En esta ventana, creamos un nuevo API Token 🡪 Generate API Token 🡪 All access API Token 🡪 COPIAMOS EL TOKEN QUE NOS DA Y LO GUARDAMOS EN UN TXT</a:t>
            </a:r>
            <a:endParaRPr/>
          </a:p>
          <a:p>
            <a:pPr indent="-228600" lvl="0" marL="228600" rtl="0" algn="l">
              <a:lnSpc>
                <a:spcPct val="90000"/>
              </a:lnSpc>
              <a:spcBef>
                <a:spcPts val="1000"/>
              </a:spcBef>
              <a:spcAft>
                <a:spcPts val="0"/>
              </a:spcAft>
              <a:buClr>
                <a:schemeClr val="lt1"/>
              </a:buClr>
              <a:buSzPts val="2200"/>
              <a:buChar char="•"/>
            </a:pPr>
            <a:r>
              <a:rPr lang="es-ES"/>
              <a:t>En el jupyter notebook, guardamos este token en una variable my_token</a:t>
            </a:r>
            <a:endParaRPr/>
          </a:p>
        </p:txBody>
      </p:sp>
      <p:pic>
        <p:nvPicPr>
          <p:cNvPr id="253" name="Google Shape;253;p13"/>
          <p:cNvPicPr preferRelativeResize="0"/>
          <p:nvPr/>
        </p:nvPicPr>
        <p:blipFill rotWithShape="1">
          <a:blip r:embed="rId3">
            <a:alphaModFix/>
          </a:blip>
          <a:srcRect b="0" l="0" r="0" t="0"/>
          <a:stretch/>
        </p:blipFill>
        <p:spPr>
          <a:xfrm>
            <a:off x="2165623" y="2640787"/>
            <a:ext cx="4953429" cy="701101"/>
          </a:xfrm>
          <a:prstGeom prst="rect">
            <a:avLst/>
          </a:prstGeom>
          <a:noFill/>
          <a:ln>
            <a:noFill/>
          </a:ln>
        </p:spPr>
      </p:pic>
      <p:pic>
        <p:nvPicPr>
          <p:cNvPr id="254" name="Google Shape;254;p13"/>
          <p:cNvPicPr preferRelativeResize="0"/>
          <p:nvPr/>
        </p:nvPicPr>
        <p:blipFill rotWithShape="1">
          <a:blip r:embed="rId4">
            <a:alphaModFix/>
          </a:blip>
          <a:srcRect b="0" l="0" r="0" t="0"/>
          <a:stretch/>
        </p:blipFill>
        <p:spPr>
          <a:xfrm>
            <a:off x="228560" y="4105807"/>
            <a:ext cx="457240" cy="2110923"/>
          </a:xfrm>
          <a:prstGeom prst="rect">
            <a:avLst/>
          </a:prstGeom>
          <a:noFill/>
          <a:ln>
            <a:noFill/>
          </a:ln>
        </p:spPr>
      </p:pic>
      <p:sp>
        <p:nvSpPr>
          <p:cNvPr id="255" name="Google Shape;255;p13"/>
          <p:cNvSpPr/>
          <p:nvPr/>
        </p:nvSpPr>
        <p:spPr>
          <a:xfrm>
            <a:off x="300853" y="4657264"/>
            <a:ext cx="312616" cy="297690"/>
          </a:xfrm>
          <a:prstGeom prst="rect">
            <a:avLst/>
          </a:prstGeom>
          <a:noFill/>
          <a:ln cap="flat" cmpd="sng" w="2857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56" name="Google Shape;256;p13"/>
          <p:cNvSpPr txBox="1"/>
          <p:nvPr/>
        </p:nvSpPr>
        <p:spPr>
          <a:xfrm>
            <a:off x="201246" y="411550"/>
            <a:ext cx="8192477"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1800">
                <a:solidFill>
                  <a:schemeClr val="lt1"/>
                </a:solidFill>
                <a:latin typeface="Century Gothic"/>
                <a:ea typeface="Century Gothic"/>
                <a:cs typeface="Century Gothic"/>
                <a:sym typeface="Century Gothic"/>
              </a:rPr>
              <a:t>Con la nueva versión de Influxdb ha cambiado esta parte, ya no se puede acceder al token cuando queramos, solo en la creación, por lo que creamos un API Token nuevo.</a:t>
            </a:r>
            <a:endParaRPr/>
          </a:p>
        </p:txBody>
      </p:sp>
      <p:pic>
        <p:nvPicPr>
          <p:cNvPr id="257" name="Google Shape;257;p13"/>
          <p:cNvPicPr preferRelativeResize="0"/>
          <p:nvPr/>
        </p:nvPicPr>
        <p:blipFill rotWithShape="1">
          <a:blip r:embed="rId5">
            <a:alphaModFix/>
          </a:blip>
          <a:srcRect b="0" l="0" r="0" t="0"/>
          <a:stretch/>
        </p:blipFill>
        <p:spPr>
          <a:xfrm>
            <a:off x="1894594" y="5948834"/>
            <a:ext cx="7902625" cy="28958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14"/>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4000"/>
              <a:buFont typeface="Century Gothic"/>
              <a:buNone/>
            </a:pPr>
            <a:r>
              <a:rPr lang="es-ES" sz="4000"/>
              <a:t>INFLUXDB – SUBIDA DE DATOS</a:t>
            </a:r>
            <a:endParaRPr/>
          </a:p>
        </p:txBody>
      </p:sp>
      <p:sp>
        <p:nvSpPr>
          <p:cNvPr id="263" name="Google Shape;263;p14"/>
          <p:cNvSpPr txBox="1"/>
          <p:nvPr>
            <p:ph idx="1" type="body"/>
          </p:nvPr>
        </p:nvSpPr>
        <p:spPr>
          <a:xfrm>
            <a:off x="685800" y="2194560"/>
            <a:ext cx="10820400" cy="402412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2200"/>
              <a:buChar char="•"/>
            </a:pPr>
            <a:r>
              <a:rPr lang="es-ES"/>
              <a:t>Cargamos el cliente de Influxdb</a:t>
            </a:r>
            <a:endParaRPr/>
          </a:p>
          <a:p>
            <a:pPr indent="-88900" lvl="0" marL="228600" rtl="0" algn="l">
              <a:lnSpc>
                <a:spcPct val="90000"/>
              </a:lnSpc>
              <a:spcBef>
                <a:spcPts val="1000"/>
              </a:spcBef>
              <a:spcAft>
                <a:spcPts val="0"/>
              </a:spcAft>
              <a:buClr>
                <a:schemeClr val="lt1"/>
              </a:buClr>
              <a:buSzPts val="2200"/>
              <a:buNone/>
            </a:pPr>
            <a:r>
              <a:t/>
            </a:r>
            <a:endParaRPr/>
          </a:p>
          <a:p>
            <a:pPr indent="-228600" lvl="0" marL="228600" rtl="0" algn="l">
              <a:lnSpc>
                <a:spcPct val="90000"/>
              </a:lnSpc>
              <a:spcBef>
                <a:spcPts val="1000"/>
              </a:spcBef>
              <a:spcAft>
                <a:spcPts val="0"/>
              </a:spcAft>
              <a:buClr>
                <a:schemeClr val="lt1"/>
              </a:buClr>
              <a:buSzPts val="2200"/>
              <a:buChar char="•"/>
            </a:pPr>
            <a:r>
              <a:rPr lang="es-ES"/>
              <a:t>Escribimos en ese cliente</a:t>
            </a:r>
            <a:endParaRPr/>
          </a:p>
          <a:p>
            <a:pPr indent="-88900" lvl="0" marL="228600" rtl="0" algn="l">
              <a:lnSpc>
                <a:spcPct val="90000"/>
              </a:lnSpc>
              <a:spcBef>
                <a:spcPts val="1000"/>
              </a:spcBef>
              <a:spcAft>
                <a:spcPts val="0"/>
              </a:spcAft>
              <a:buClr>
                <a:schemeClr val="lt1"/>
              </a:buClr>
              <a:buSzPts val="2200"/>
              <a:buNone/>
            </a:pPr>
            <a:r>
              <a:t/>
            </a:r>
            <a:endParaRPr/>
          </a:p>
          <a:p>
            <a:pPr indent="-228600" lvl="0" marL="228600" rtl="0" algn="l">
              <a:lnSpc>
                <a:spcPct val="90000"/>
              </a:lnSpc>
              <a:spcBef>
                <a:spcPts val="1000"/>
              </a:spcBef>
              <a:spcAft>
                <a:spcPts val="0"/>
              </a:spcAft>
              <a:buClr>
                <a:schemeClr val="lt1"/>
              </a:buClr>
              <a:buSzPts val="2200"/>
              <a:buChar char="•"/>
            </a:pPr>
            <a:r>
              <a:rPr lang="es-ES"/>
              <a:t>Antes de continuar vamos a la pestaña de Influxdb, y vamos a crear el bucket que vamos a utilizar para contener los datos 🡪 volvemos al icono de la flecha 🡪 Buckets</a:t>
            </a:r>
            <a:endParaRPr/>
          </a:p>
          <a:p>
            <a:pPr indent="-228600" lvl="0" marL="228600" rtl="0" algn="l">
              <a:lnSpc>
                <a:spcPct val="90000"/>
              </a:lnSpc>
              <a:spcBef>
                <a:spcPts val="1000"/>
              </a:spcBef>
              <a:spcAft>
                <a:spcPts val="0"/>
              </a:spcAft>
              <a:buClr>
                <a:schemeClr val="lt1"/>
              </a:buClr>
              <a:buSzPts val="2200"/>
              <a:buChar char="•"/>
            </a:pPr>
            <a:r>
              <a:rPr lang="es-ES"/>
              <a:t>Click en Create Bucket 🡪 le ponemos nombre (</a:t>
            </a:r>
            <a:r>
              <a:rPr lang="es-ES">
                <a:solidFill>
                  <a:schemeClr val="accent2"/>
                </a:solidFill>
              </a:rPr>
              <a:t>datos-bucket</a:t>
            </a:r>
            <a:r>
              <a:rPr lang="es-ES"/>
              <a:t>)</a:t>
            </a:r>
            <a:endParaRPr/>
          </a:p>
        </p:txBody>
      </p:sp>
      <p:pic>
        <p:nvPicPr>
          <p:cNvPr id="264" name="Google Shape;264;p14"/>
          <p:cNvPicPr preferRelativeResize="0"/>
          <p:nvPr/>
        </p:nvPicPr>
        <p:blipFill rotWithShape="1">
          <a:blip r:embed="rId3">
            <a:alphaModFix/>
          </a:blip>
          <a:srcRect b="0" l="0" r="0" t="0"/>
          <a:stretch/>
        </p:blipFill>
        <p:spPr>
          <a:xfrm>
            <a:off x="2104690" y="2655360"/>
            <a:ext cx="6607113" cy="312447"/>
          </a:xfrm>
          <a:prstGeom prst="rect">
            <a:avLst/>
          </a:prstGeom>
          <a:noFill/>
          <a:ln>
            <a:noFill/>
          </a:ln>
        </p:spPr>
      </p:pic>
      <p:pic>
        <p:nvPicPr>
          <p:cNvPr id="265" name="Google Shape;265;p14"/>
          <p:cNvPicPr preferRelativeResize="0"/>
          <p:nvPr/>
        </p:nvPicPr>
        <p:blipFill rotWithShape="1">
          <a:blip r:embed="rId4">
            <a:alphaModFix/>
          </a:blip>
          <a:srcRect b="0" l="0" r="0" t="0"/>
          <a:stretch/>
        </p:blipFill>
        <p:spPr>
          <a:xfrm>
            <a:off x="2104690" y="3428607"/>
            <a:ext cx="2895851" cy="289585"/>
          </a:xfrm>
          <a:prstGeom prst="rect">
            <a:avLst/>
          </a:prstGeom>
          <a:noFill/>
          <a:ln>
            <a:noFill/>
          </a:ln>
        </p:spPr>
      </p:pic>
      <p:pic>
        <p:nvPicPr>
          <p:cNvPr id="266" name="Google Shape;266;p14"/>
          <p:cNvPicPr preferRelativeResize="0"/>
          <p:nvPr/>
        </p:nvPicPr>
        <p:blipFill rotWithShape="1">
          <a:blip r:embed="rId5">
            <a:alphaModFix/>
          </a:blip>
          <a:srcRect b="0" l="0" r="0" t="0"/>
          <a:stretch/>
        </p:blipFill>
        <p:spPr>
          <a:xfrm>
            <a:off x="300891" y="4402791"/>
            <a:ext cx="457240" cy="2110923"/>
          </a:xfrm>
          <a:prstGeom prst="rect">
            <a:avLst/>
          </a:prstGeom>
          <a:noFill/>
          <a:ln>
            <a:noFill/>
          </a:ln>
        </p:spPr>
      </p:pic>
      <p:sp>
        <p:nvSpPr>
          <p:cNvPr id="267" name="Google Shape;267;p14"/>
          <p:cNvSpPr/>
          <p:nvPr/>
        </p:nvSpPr>
        <p:spPr>
          <a:xfrm>
            <a:off x="373184" y="4954248"/>
            <a:ext cx="312616" cy="297690"/>
          </a:xfrm>
          <a:prstGeom prst="rect">
            <a:avLst/>
          </a:prstGeom>
          <a:noFill/>
          <a:ln cap="flat" cmpd="sng" w="2857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pic>
        <p:nvPicPr>
          <p:cNvPr id="268" name="Google Shape;268;p14"/>
          <p:cNvPicPr preferRelativeResize="0"/>
          <p:nvPr/>
        </p:nvPicPr>
        <p:blipFill rotWithShape="1">
          <a:blip r:embed="rId6">
            <a:alphaModFix/>
          </a:blip>
          <a:srcRect b="0" l="0" r="0" t="0"/>
          <a:stretch/>
        </p:blipFill>
        <p:spPr>
          <a:xfrm>
            <a:off x="4116545" y="4551701"/>
            <a:ext cx="1338594" cy="444275"/>
          </a:xfrm>
          <a:prstGeom prst="rect">
            <a:avLst/>
          </a:prstGeom>
          <a:noFill/>
          <a:ln>
            <a:noFill/>
          </a:ln>
        </p:spPr>
      </p:pic>
      <p:pic>
        <p:nvPicPr>
          <p:cNvPr id="269" name="Google Shape;269;p14"/>
          <p:cNvPicPr preferRelativeResize="0"/>
          <p:nvPr/>
        </p:nvPicPr>
        <p:blipFill rotWithShape="1">
          <a:blip r:embed="rId7">
            <a:alphaModFix/>
          </a:blip>
          <a:srcRect b="0" l="0" r="0" t="0"/>
          <a:stretch/>
        </p:blipFill>
        <p:spPr>
          <a:xfrm>
            <a:off x="3819648" y="5368731"/>
            <a:ext cx="5037257" cy="131075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15"/>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4000"/>
              <a:buFont typeface="Century Gothic"/>
              <a:buNone/>
            </a:pPr>
            <a:r>
              <a:rPr lang="es-ES" sz="4000"/>
              <a:t>INFLUXDB – SUBIDA DE DATOS</a:t>
            </a:r>
            <a:endParaRPr/>
          </a:p>
        </p:txBody>
      </p:sp>
      <p:sp>
        <p:nvSpPr>
          <p:cNvPr id="275" name="Google Shape;275;p15"/>
          <p:cNvSpPr txBox="1"/>
          <p:nvPr>
            <p:ph idx="1" type="body"/>
          </p:nvPr>
        </p:nvSpPr>
        <p:spPr>
          <a:xfrm>
            <a:off x="685800" y="2194560"/>
            <a:ext cx="9716477" cy="402412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2200"/>
              <a:buChar char="•"/>
            </a:pPr>
            <a:r>
              <a:rPr lang="es-ES"/>
              <a:t>Volvemos a la pestaña de jupyter, y metemos los datos que hemos procesado en el bucket que hemos creado. También tenemos que crear el nombre del measurement, que será donde nos aparezcan los datos que estamos importando.</a:t>
            </a:r>
            <a:endParaRPr/>
          </a:p>
          <a:p>
            <a:pPr indent="-88900" lvl="0" marL="228600" rtl="0" algn="l">
              <a:lnSpc>
                <a:spcPct val="90000"/>
              </a:lnSpc>
              <a:spcBef>
                <a:spcPts val="1000"/>
              </a:spcBef>
              <a:spcAft>
                <a:spcPts val="0"/>
              </a:spcAft>
              <a:buClr>
                <a:schemeClr val="lt1"/>
              </a:buClr>
              <a:buSzPts val="2200"/>
              <a:buNone/>
            </a:pPr>
            <a:r>
              <a:t/>
            </a:r>
            <a:endParaRPr/>
          </a:p>
          <a:p>
            <a:pPr indent="-228600" lvl="0" marL="228600" rtl="0" algn="l">
              <a:lnSpc>
                <a:spcPct val="90000"/>
              </a:lnSpc>
              <a:spcBef>
                <a:spcPts val="1000"/>
              </a:spcBef>
              <a:spcAft>
                <a:spcPts val="0"/>
              </a:spcAft>
              <a:buClr>
                <a:schemeClr val="lt1"/>
              </a:buClr>
              <a:buSzPts val="2200"/>
              <a:buChar char="•"/>
            </a:pPr>
            <a:r>
              <a:rPr lang="es-ES"/>
              <a:t>Dentro del mismo bucket podemos tener distintos measurement, para almacenar distintos datos de manera ordenada.</a:t>
            </a:r>
            <a:endParaRPr/>
          </a:p>
          <a:p>
            <a:pPr indent="-228600" lvl="0" marL="228600" rtl="0" algn="l">
              <a:lnSpc>
                <a:spcPct val="90000"/>
              </a:lnSpc>
              <a:spcBef>
                <a:spcPts val="1000"/>
              </a:spcBef>
              <a:spcAft>
                <a:spcPts val="0"/>
              </a:spcAft>
              <a:buClr>
                <a:schemeClr val="lt1"/>
              </a:buClr>
              <a:buSzPts val="2200"/>
              <a:buChar char="•"/>
            </a:pPr>
            <a:r>
              <a:rPr lang="es-ES"/>
              <a:t>Si vamos a la opción Data Explorer, si todo ha ido correctamente, nos aparecerá ahí el bucket, con el measurement y con los datos.</a:t>
            </a:r>
            <a:endParaRPr/>
          </a:p>
        </p:txBody>
      </p:sp>
      <p:pic>
        <p:nvPicPr>
          <p:cNvPr id="276" name="Google Shape;276;p15"/>
          <p:cNvPicPr preferRelativeResize="0"/>
          <p:nvPr/>
        </p:nvPicPr>
        <p:blipFill rotWithShape="1">
          <a:blip r:embed="rId3">
            <a:alphaModFix/>
          </a:blip>
          <a:srcRect b="0" l="0" r="0" t="0"/>
          <a:stretch/>
        </p:blipFill>
        <p:spPr>
          <a:xfrm>
            <a:off x="1136444" y="3593206"/>
            <a:ext cx="6980525" cy="312447"/>
          </a:xfrm>
          <a:prstGeom prst="rect">
            <a:avLst/>
          </a:prstGeom>
          <a:noFill/>
          <a:ln>
            <a:noFill/>
          </a:ln>
        </p:spPr>
      </p:pic>
      <p:pic>
        <p:nvPicPr>
          <p:cNvPr id="277" name="Google Shape;277;p15"/>
          <p:cNvPicPr preferRelativeResize="0"/>
          <p:nvPr/>
        </p:nvPicPr>
        <p:blipFill rotWithShape="1">
          <a:blip r:embed="rId4">
            <a:alphaModFix/>
          </a:blip>
          <a:srcRect b="0" l="0" r="0" t="0"/>
          <a:stretch/>
        </p:blipFill>
        <p:spPr>
          <a:xfrm>
            <a:off x="10160128" y="3383157"/>
            <a:ext cx="1790855" cy="2834886"/>
          </a:xfrm>
          <a:prstGeom prst="rect">
            <a:avLst/>
          </a:prstGeom>
          <a:noFill/>
          <a:ln>
            <a:noFill/>
          </a:ln>
        </p:spPr>
      </p:pic>
      <p:sp>
        <p:nvSpPr>
          <p:cNvPr id="278" name="Google Shape;278;p15"/>
          <p:cNvSpPr/>
          <p:nvPr/>
        </p:nvSpPr>
        <p:spPr>
          <a:xfrm>
            <a:off x="10160127" y="4711972"/>
            <a:ext cx="1406641" cy="297690"/>
          </a:xfrm>
          <a:prstGeom prst="rect">
            <a:avLst/>
          </a:prstGeom>
          <a:noFill/>
          <a:ln cap="flat" cmpd="sng" w="2857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pic>
        <p:nvPicPr>
          <p:cNvPr id="279" name="Google Shape;279;p15"/>
          <p:cNvPicPr preferRelativeResize="0"/>
          <p:nvPr/>
        </p:nvPicPr>
        <p:blipFill rotWithShape="1">
          <a:blip r:embed="rId5">
            <a:alphaModFix/>
          </a:blip>
          <a:srcRect b="0" l="0" r="0" t="0"/>
          <a:stretch/>
        </p:blipFill>
        <p:spPr>
          <a:xfrm>
            <a:off x="1868439" y="5370584"/>
            <a:ext cx="4846740" cy="1181202"/>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16"/>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4000"/>
              <a:buFont typeface="Century Gothic"/>
              <a:buNone/>
            </a:pPr>
            <a:r>
              <a:rPr lang="es-ES" sz="4000"/>
              <a:t>INFLUXDB – MOSTRAR DATOS</a:t>
            </a:r>
            <a:endParaRPr/>
          </a:p>
        </p:txBody>
      </p:sp>
      <p:sp>
        <p:nvSpPr>
          <p:cNvPr id="285" name="Google Shape;285;p16"/>
          <p:cNvSpPr txBox="1"/>
          <p:nvPr>
            <p:ph idx="1" type="body"/>
          </p:nvPr>
        </p:nvSpPr>
        <p:spPr>
          <a:xfrm>
            <a:off x="685800" y="2194560"/>
            <a:ext cx="10820400" cy="215309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2200"/>
              <a:buChar char="•"/>
            </a:pPr>
            <a:r>
              <a:rPr lang="es-ES"/>
              <a:t>Para mostrar estos datos 🡪 podemos hacerlo directamente en la pestaña de data explorer.</a:t>
            </a:r>
            <a:endParaRPr/>
          </a:p>
          <a:p>
            <a:pPr indent="-228600" lvl="0" marL="228600" rtl="0" algn="l">
              <a:lnSpc>
                <a:spcPct val="90000"/>
              </a:lnSpc>
              <a:spcBef>
                <a:spcPts val="1000"/>
              </a:spcBef>
              <a:spcAft>
                <a:spcPts val="0"/>
              </a:spcAft>
              <a:buClr>
                <a:schemeClr val="lt1"/>
              </a:buClr>
              <a:buSzPts val="2200"/>
              <a:buChar char="•"/>
            </a:pPr>
            <a:r>
              <a:rPr lang="es-ES"/>
              <a:t>Otra manera es mediante un notebook, lo que nos permitirá más adelante volver a esos datos de una manera más cómoda.</a:t>
            </a:r>
            <a:endParaRPr/>
          </a:p>
          <a:p>
            <a:pPr indent="-228600" lvl="0" marL="228600" rtl="0" algn="l">
              <a:lnSpc>
                <a:spcPct val="90000"/>
              </a:lnSpc>
              <a:spcBef>
                <a:spcPts val="1000"/>
              </a:spcBef>
              <a:spcAft>
                <a:spcPts val="0"/>
              </a:spcAft>
              <a:buClr>
                <a:schemeClr val="lt1"/>
              </a:buClr>
              <a:buSzPts val="2200"/>
              <a:buChar char="•"/>
            </a:pPr>
            <a:r>
              <a:rPr lang="es-ES"/>
              <a:t>En la pestaña de Notebooks 🡪 New Notebook</a:t>
            </a:r>
            <a:endParaRPr/>
          </a:p>
        </p:txBody>
      </p:sp>
      <p:pic>
        <p:nvPicPr>
          <p:cNvPr id="286" name="Google Shape;286;p16"/>
          <p:cNvPicPr preferRelativeResize="0"/>
          <p:nvPr/>
        </p:nvPicPr>
        <p:blipFill rotWithShape="1">
          <a:blip r:embed="rId3">
            <a:alphaModFix/>
          </a:blip>
          <a:srcRect b="0" l="0" r="0" t="0"/>
          <a:stretch/>
        </p:blipFill>
        <p:spPr>
          <a:xfrm>
            <a:off x="10152312" y="3383157"/>
            <a:ext cx="1790855" cy="2834886"/>
          </a:xfrm>
          <a:prstGeom prst="rect">
            <a:avLst/>
          </a:prstGeom>
          <a:noFill/>
          <a:ln>
            <a:noFill/>
          </a:ln>
        </p:spPr>
      </p:pic>
      <p:sp>
        <p:nvSpPr>
          <p:cNvPr id="287" name="Google Shape;287;p16"/>
          <p:cNvSpPr/>
          <p:nvPr/>
        </p:nvSpPr>
        <p:spPr>
          <a:xfrm>
            <a:off x="10152311" y="5134004"/>
            <a:ext cx="1406641" cy="297690"/>
          </a:xfrm>
          <a:prstGeom prst="rect">
            <a:avLst/>
          </a:prstGeom>
          <a:noFill/>
          <a:ln cap="flat" cmpd="sng" w="2857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pic>
        <p:nvPicPr>
          <p:cNvPr id="288" name="Google Shape;288;p16"/>
          <p:cNvPicPr preferRelativeResize="0"/>
          <p:nvPr/>
        </p:nvPicPr>
        <p:blipFill rotWithShape="1">
          <a:blip r:embed="rId4">
            <a:alphaModFix/>
          </a:blip>
          <a:srcRect b="0" l="0" r="0" t="0"/>
          <a:stretch/>
        </p:blipFill>
        <p:spPr>
          <a:xfrm>
            <a:off x="7764455" y="3632734"/>
            <a:ext cx="1950889" cy="1501270"/>
          </a:xfrm>
          <a:prstGeom prst="rect">
            <a:avLst/>
          </a:prstGeom>
          <a:noFill/>
          <a:ln>
            <a:noFill/>
          </a:ln>
        </p:spPr>
      </p:pic>
      <p:sp>
        <p:nvSpPr>
          <p:cNvPr id="289" name="Google Shape;289;p16"/>
          <p:cNvSpPr/>
          <p:nvPr/>
        </p:nvSpPr>
        <p:spPr>
          <a:xfrm>
            <a:off x="7885723" y="4299434"/>
            <a:ext cx="367323" cy="185624"/>
          </a:xfrm>
          <a:prstGeom prst="rightArrow">
            <a:avLst>
              <a:gd fmla="val 50000" name="adj1"/>
              <a:gd fmla="val 50000" name="adj2"/>
            </a:avLst>
          </a:prstGeom>
          <a:solidFill>
            <a:schemeClr val="accent1"/>
          </a:solidFill>
          <a:ln cap="flat" cmpd="sng" w="12700">
            <a:solidFill>
              <a:srgbClr val="A2211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90" name="Google Shape;290;p16"/>
          <p:cNvSpPr txBox="1"/>
          <p:nvPr/>
        </p:nvSpPr>
        <p:spPr>
          <a:xfrm>
            <a:off x="685800" y="4077325"/>
            <a:ext cx="6694440" cy="2123658"/>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lt1"/>
              </a:buClr>
              <a:buSzPts val="2200"/>
              <a:buFont typeface="Arial"/>
              <a:buChar char="•"/>
            </a:pPr>
            <a:r>
              <a:rPr lang="es-ES" sz="2200">
                <a:solidFill>
                  <a:schemeClr val="lt1"/>
                </a:solidFill>
                <a:latin typeface="Century Gothic"/>
                <a:ea typeface="Century Gothic"/>
                <a:cs typeface="Century Gothic"/>
                <a:sym typeface="Century Gothic"/>
              </a:rPr>
              <a:t>Entraremos en una nueva ventana. En la parte superior cambiamos el nombre del notebook. (p. ej. Datos prensa).</a:t>
            </a:r>
            <a:endParaRPr/>
          </a:p>
          <a:p>
            <a:pPr indent="-342900" lvl="0" marL="342900" marR="0" rtl="0" algn="l">
              <a:spcBef>
                <a:spcPts val="0"/>
              </a:spcBef>
              <a:spcAft>
                <a:spcPts val="0"/>
              </a:spcAft>
              <a:buClr>
                <a:schemeClr val="lt1"/>
              </a:buClr>
              <a:buSzPts val="2200"/>
              <a:buFont typeface="Arial"/>
              <a:buChar char="•"/>
            </a:pPr>
            <a:r>
              <a:rPr lang="es-ES" sz="2200">
                <a:solidFill>
                  <a:schemeClr val="lt1"/>
                </a:solidFill>
                <a:latin typeface="Century Gothic"/>
                <a:ea typeface="Century Gothic"/>
                <a:cs typeface="Century Gothic"/>
                <a:sym typeface="Century Gothic"/>
              </a:rPr>
              <a:t>Elegimos de qué Bucket y measurement queremos sacar los datos.</a:t>
            </a:r>
            <a:endParaRPr sz="3200">
              <a:solidFill>
                <a:schemeClr val="lt1"/>
              </a:solidFill>
              <a:latin typeface="Century Gothic"/>
              <a:ea typeface="Century Gothic"/>
              <a:cs typeface="Century Gothic"/>
              <a:sym typeface="Century Gothic"/>
            </a:endParaRPr>
          </a:p>
          <a:p>
            <a:pPr indent="0" lvl="0" marL="0" marR="0" rtl="0" algn="l">
              <a:spcBef>
                <a:spcPts val="0"/>
              </a:spcBef>
              <a:spcAft>
                <a:spcPts val="0"/>
              </a:spcAft>
              <a:buNone/>
            </a:pPr>
            <a:r>
              <a:t/>
            </a:r>
            <a:endParaRPr sz="2200">
              <a:solidFill>
                <a:schemeClr val="lt1"/>
              </a:solidFill>
              <a:latin typeface="Century Gothic"/>
              <a:ea typeface="Century Gothic"/>
              <a:cs typeface="Century Gothic"/>
              <a:sym typeface="Century Gothic"/>
            </a:endParaRPr>
          </a:p>
        </p:txBody>
      </p:sp>
      <p:pic>
        <p:nvPicPr>
          <p:cNvPr id="291" name="Google Shape;291;p16"/>
          <p:cNvPicPr preferRelativeResize="0"/>
          <p:nvPr/>
        </p:nvPicPr>
        <p:blipFill rotWithShape="1">
          <a:blip r:embed="rId5">
            <a:alphaModFix/>
          </a:blip>
          <a:srcRect b="0" l="0" r="0" t="0"/>
          <a:stretch/>
        </p:blipFill>
        <p:spPr>
          <a:xfrm>
            <a:off x="6698657" y="4849770"/>
            <a:ext cx="3359063" cy="1872118"/>
          </a:xfrm>
          <a:prstGeom prst="rect">
            <a:avLst/>
          </a:prstGeom>
          <a:noFill/>
          <a:ln>
            <a:noFill/>
          </a:ln>
        </p:spPr>
      </p:pic>
      <p:sp>
        <p:nvSpPr>
          <p:cNvPr id="292" name="Google Shape;292;p16"/>
          <p:cNvSpPr/>
          <p:nvPr/>
        </p:nvSpPr>
        <p:spPr>
          <a:xfrm>
            <a:off x="6818921" y="5862078"/>
            <a:ext cx="832342" cy="147953"/>
          </a:xfrm>
          <a:prstGeom prst="rect">
            <a:avLst/>
          </a:prstGeom>
          <a:noFill/>
          <a:ln cap="flat" cmpd="sng" w="2857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93" name="Google Shape;293;p16"/>
          <p:cNvSpPr/>
          <p:nvPr/>
        </p:nvSpPr>
        <p:spPr>
          <a:xfrm>
            <a:off x="7907557" y="5779992"/>
            <a:ext cx="832342" cy="147953"/>
          </a:xfrm>
          <a:prstGeom prst="rect">
            <a:avLst/>
          </a:prstGeom>
          <a:noFill/>
          <a:ln cap="flat" cmpd="sng" w="2857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cxnSp>
        <p:nvCxnSpPr>
          <p:cNvPr id="294" name="Google Shape;294;p16"/>
          <p:cNvCxnSpPr/>
          <p:nvPr/>
        </p:nvCxnSpPr>
        <p:spPr>
          <a:xfrm>
            <a:off x="357554" y="5509848"/>
            <a:ext cx="640861" cy="0"/>
          </a:xfrm>
          <a:prstGeom prst="straightConnector1">
            <a:avLst/>
          </a:prstGeom>
          <a:noFill/>
          <a:ln cap="flat" cmpd="sng" w="28575">
            <a:solidFill>
              <a:schemeClr val="accent1"/>
            </a:solidFill>
            <a:prstDash val="solid"/>
            <a:round/>
            <a:headEnd len="sm" w="sm" type="none"/>
            <a:tailEnd len="med" w="med" type="triangle"/>
          </a:ln>
        </p:spPr>
      </p:cxnSp>
      <p:cxnSp>
        <p:nvCxnSpPr>
          <p:cNvPr id="295" name="Google Shape;295;p16"/>
          <p:cNvCxnSpPr>
            <a:endCxn id="296" idx="1"/>
          </p:cNvCxnSpPr>
          <p:nvPr/>
        </p:nvCxnSpPr>
        <p:spPr>
          <a:xfrm flipH="1" rot="10800000">
            <a:off x="367377" y="883846"/>
            <a:ext cx="27300" cy="4618200"/>
          </a:xfrm>
          <a:prstGeom prst="straightConnector1">
            <a:avLst/>
          </a:prstGeom>
          <a:noFill/>
          <a:ln cap="flat" cmpd="sng" w="28575">
            <a:solidFill>
              <a:schemeClr val="accent1"/>
            </a:solidFill>
            <a:prstDash val="solid"/>
            <a:round/>
            <a:headEnd len="sm" w="sm" type="none"/>
            <a:tailEnd len="sm" w="sm" type="none"/>
          </a:ln>
        </p:spPr>
      </p:cxnSp>
      <p:sp>
        <p:nvSpPr>
          <p:cNvPr id="296" name="Google Shape;296;p16"/>
          <p:cNvSpPr txBox="1"/>
          <p:nvPr/>
        </p:nvSpPr>
        <p:spPr>
          <a:xfrm>
            <a:off x="394677" y="514514"/>
            <a:ext cx="5509846" cy="73866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1400">
                <a:solidFill>
                  <a:schemeClr val="lt1"/>
                </a:solidFill>
                <a:latin typeface="Century Gothic"/>
                <a:ea typeface="Century Gothic"/>
                <a:cs typeface="Century Gothic"/>
                <a:sym typeface="Century Gothic"/>
              </a:rPr>
              <a:t>** Puede ser que no nos aparezca el measurement en este paso 🡪 cambiar el rango de tiempo como se explica en la siguiente diapositiva. </a:t>
            </a:r>
            <a:endParaRPr sz="1400">
              <a:solidFill>
                <a:schemeClr val="lt1"/>
              </a:solidFill>
              <a:latin typeface="Century Gothic"/>
              <a:ea typeface="Century Gothic"/>
              <a:cs typeface="Century Gothic"/>
              <a:sym typeface="Century Gothic"/>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pic>
        <p:nvPicPr>
          <p:cNvPr id="301" name="Google Shape;301;p17"/>
          <p:cNvPicPr preferRelativeResize="0"/>
          <p:nvPr/>
        </p:nvPicPr>
        <p:blipFill rotWithShape="1">
          <a:blip r:embed="rId3">
            <a:alphaModFix/>
          </a:blip>
          <a:srcRect b="0" l="0" r="0" t="0"/>
          <a:stretch/>
        </p:blipFill>
        <p:spPr>
          <a:xfrm>
            <a:off x="2275708" y="4066678"/>
            <a:ext cx="5311600" cy="472481"/>
          </a:xfrm>
          <a:prstGeom prst="rect">
            <a:avLst/>
          </a:prstGeom>
          <a:noFill/>
          <a:ln>
            <a:noFill/>
          </a:ln>
        </p:spPr>
      </p:pic>
      <p:sp>
        <p:nvSpPr>
          <p:cNvPr id="302" name="Google Shape;302;p17"/>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4000"/>
              <a:buFont typeface="Century Gothic"/>
              <a:buNone/>
            </a:pPr>
            <a:r>
              <a:rPr lang="es-ES" sz="4000"/>
              <a:t>INFLUXDB – MOSTRAR DATOS</a:t>
            </a:r>
            <a:endParaRPr/>
          </a:p>
        </p:txBody>
      </p:sp>
      <p:sp>
        <p:nvSpPr>
          <p:cNvPr id="303" name="Google Shape;303;p17"/>
          <p:cNvSpPr txBox="1"/>
          <p:nvPr>
            <p:ph idx="1" type="body"/>
          </p:nvPr>
        </p:nvSpPr>
        <p:spPr>
          <a:xfrm>
            <a:off x="685800" y="2194560"/>
            <a:ext cx="7529536" cy="402412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2200"/>
              <a:buChar char="•"/>
            </a:pPr>
            <a:r>
              <a:rPr lang="es-ES"/>
              <a:t>Puede ocurrir que no aparezcan datos.</a:t>
            </a:r>
            <a:endParaRPr/>
          </a:p>
          <a:p>
            <a:pPr indent="-228600" lvl="0" marL="228600" rtl="0" algn="l">
              <a:lnSpc>
                <a:spcPct val="90000"/>
              </a:lnSpc>
              <a:spcBef>
                <a:spcPts val="1000"/>
              </a:spcBef>
              <a:spcAft>
                <a:spcPts val="0"/>
              </a:spcAft>
              <a:buClr>
                <a:schemeClr val="lt1"/>
              </a:buClr>
              <a:buSzPts val="2200"/>
              <a:buChar char="•"/>
            </a:pPr>
            <a:r>
              <a:rPr lang="es-ES"/>
              <a:t>Para que aparezcan, cambiamos el rango de tiempo, y ponemos uno tiempo que nos incluya ese tiempo que nos aparecía en el  csv o rawdata.</a:t>
            </a:r>
            <a:endParaRPr/>
          </a:p>
          <a:p>
            <a:pPr indent="-88900" lvl="0" marL="228600" rtl="0" algn="l">
              <a:lnSpc>
                <a:spcPct val="90000"/>
              </a:lnSpc>
              <a:spcBef>
                <a:spcPts val="1000"/>
              </a:spcBef>
              <a:spcAft>
                <a:spcPts val="0"/>
              </a:spcAft>
              <a:buClr>
                <a:schemeClr val="lt1"/>
              </a:buClr>
              <a:buSzPts val="2200"/>
              <a:buNone/>
            </a:pPr>
            <a:r>
              <a:t/>
            </a:r>
            <a:endParaRPr/>
          </a:p>
          <a:p>
            <a:pPr indent="-88900" lvl="0" marL="228600" rtl="0" algn="l">
              <a:lnSpc>
                <a:spcPct val="90000"/>
              </a:lnSpc>
              <a:spcBef>
                <a:spcPts val="1000"/>
              </a:spcBef>
              <a:spcAft>
                <a:spcPts val="0"/>
              </a:spcAft>
              <a:buClr>
                <a:schemeClr val="lt1"/>
              </a:buClr>
              <a:buSzPts val="2200"/>
              <a:buNone/>
            </a:pPr>
            <a:r>
              <a:t/>
            </a:r>
            <a:endParaRPr/>
          </a:p>
          <a:p>
            <a:pPr indent="-228600" lvl="0" marL="228600" rtl="0" algn="l">
              <a:lnSpc>
                <a:spcPct val="90000"/>
              </a:lnSpc>
              <a:spcBef>
                <a:spcPts val="1000"/>
              </a:spcBef>
              <a:spcAft>
                <a:spcPts val="0"/>
              </a:spcAft>
              <a:buClr>
                <a:schemeClr val="lt1"/>
              </a:buClr>
              <a:buSzPts val="2200"/>
              <a:buChar char="•"/>
            </a:pPr>
            <a:r>
              <a:rPr lang="es-ES"/>
              <a:t>Ahora nos aparecerán las variables (field_) que podemos mostrar.</a:t>
            </a:r>
            <a:endParaRPr/>
          </a:p>
          <a:p>
            <a:pPr indent="-228600" lvl="0" marL="228600" rtl="0" algn="l">
              <a:lnSpc>
                <a:spcPct val="90000"/>
              </a:lnSpc>
              <a:spcBef>
                <a:spcPts val="1000"/>
              </a:spcBef>
              <a:spcAft>
                <a:spcPts val="0"/>
              </a:spcAft>
              <a:buClr>
                <a:schemeClr val="lt1"/>
              </a:buClr>
              <a:buSzPts val="2200"/>
              <a:buChar char="•"/>
            </a:pPr>
            <a:r>
              <a:rPr lang="es-ES"/>
              <a:t>Para que nos las grafique 🡪 RUN</a:t>
            </a:r>
            <a:endParaRPr/>
          </a:p>
          <a:p>
            <a:pPr indent="-88900" lvl="0" marL="228600" rtl="0" algn="l">
              <a:lnSpc>
                <a:spcPct val="90000"/>
              </a:lnSpc>
              <a:spcBef>
                <a:spcPts val="1000"/>
              </a:spcBef>
              <a:spcAft>
                <a:spcPts val="0"/>
              </a:spcAft>
              <a:buClr>
                <a:schemeClr val="lt1"/>
              </a:buClr>
              <a:buSzPts val="2200"/>
              <a:buNone/>
            </a:pPr>
            <a:r>
              <a:t/>
            </a:r>
            <a:endParaRPr/>
          </a:p>
        </p:txBody>
      </p:sp>
      <p:pic>
        <p:nvPicPr>
          <p:cNvPr id="304" name="Google Shape;304;p17"/>
          <p:cNvPicPr preferRelativeResize="0"/>
          <p:nvPr/>
        </p:nvPicPr>
        <p:blipFill rotWithShape="1">
          <a:blip r:embed="rId4">
            <a:alphaModFix/>
          </a:blip>
          <a:srcRect b="0" l="0" r="0" t="0"/>
          <a:stretch/>
        </p:blipFill>
        <p:spPr>
          <a:xfrm>
            <a:off x="8324257" y="2194560"/>
            <a:ext cx="3359063" cy="1872118"/>
          </a:xfrm>
          <a:prstGeom prst="rect">
            <a:avLst/>
          </a:prstGeom>
          <a:noFill/>
          <a:ln>
            <a:noFill/>
          </a:ln>
        </p:spPr>
      </p:pic>
      <p:sp>
        <p:nvSpPr>
          <p:cNvPr id="305" name="Google Shape;305;p17"/>
          <p:cNvSpPr/>
          <p:nvPr/>
        </p:nvSpPr>
        <p:spPr>
          <a:xfrm>
            <a:off x="8444521" y="3206868"/>
            <a:ext cx="832342" cy="147953"/>
          </a:xfrm>
          <a:prstGeom prst="rect">
            <a:avLst/>
          </a:prstGeom>
          <a:noFill/>
          <a:ln cap="flat" cmpd="sng" w="2857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306" name="Google Shape;306;p17"/>
          <p:cNvSpPr/>
          <p:nvPr/>
        </p:nvSpPr>
        <p:spPr>
          <a:xfrm>
            <a:off x="9533157" y="3124782"/>
            <a:ext cx="832342" cy="147953"/>
          </a:xfrm>
          <a:prstGeom prst="rect">
            <a:avLst/>
          </a:prstGeom>
          <a:noFill/>
          <a:ln cap="flat" cmpd="sng" w="2857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cxnSp>
        <p:nvCxnSpPr>
          <p:cNvPr id="307" name="Google Shape;307;p17"/>
          <p:cNvCxnSpPr/>
          <p:nvPr/>
        </p:nvCxnSpPr>
        <p:spPr>
          <a:xfrm>
            <a:off x="6392985" y="2391508"/>
            <a:ext cx="4634523" cy="492369"/>
          </a:xfrm>
          <a:prstGeom prst="straightConnector1">
            <a:avLst/>
          </a:prstGeom>
          <a:noFill/>
          <a:ln cap="flat" cmpd="sng" w="28575">
            <a:solidFill>
              <a:schemeClr val="accent1"/>
            </a:solidFill>
            <a:prstDash val="solid"/>
            <a:round/>
            <a:headEnd len="sm" w="sm" type="none"/>
            <a:tailEnd len="med" w="med" type="triangle"/>
          </a:ln>
        </p:spPr>
      </p:cxnSp>
      <p:pic>
        <p:nvPicPr>
          <p:cNvPr id="308" name="Google Shape;308;p17"/>
          <p:cNvPicPr preferRelativeResize="0"/>
          <p:nvPr/>
        </p:nvPicPr>
        <p:blipFill rotWithShape="1">
          <a:blip r:embed="rId5">
            <a:alphaModFix/>
          </a:blip>
          <a:srcRect b="0" l="0" r="0" t="0"/>
          <a:stretch/>
        </p:blipFill>
        <p:spPr>
          <a:xfrm>
            <a:off x="2132415" y="3542935"/>
            <a:ext cx="4801016" cy="533446"/>
          </a:xfrm>
          <a:prstGeom prst="rect">
            <a:avLst/>
          </a:prstGeom>
          <a:noFill/>
          <a:ln>
            <a:noFill/>
          </a:ln>
        </p:spPr>
      </p:pic>
      <p:sp>
        <p:nvSpPr>
          <p:cNvPr id="309" name="Google Shape;309;p17"/>
          <p:cNvSpPr/>
          <p:nvPr/>
        </p:nvSpPr>
        <p:spPr>
          <a:xfrm>
            <a:off x="4267198" y="3663593"/>
            <a:ext cx="1555264" cy="322253"/>
          </a:xfrm>
          <a:prstGeom prst="rect">
            <a:avLst/>
          </a:prstGeom>
          <a:noFill/>
          <a:ln cap="flat" cmpd="sng" w="2857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310" name="Google Shape;310;p17"/>
          <p:cNvSpPr/>
          <p:nvPr/>
        </p:nvSpPr>
        <p:spPr>
          <a:xfrm>
            <a:off x="4931508" y="3931138"/>
            <a:ext cx="211015" cy="282402"/>
          </a:xfrm>
          <a:prstGeom prst="downArrow">
            <a:avLst>
              <a:gd fmla="val 50000" name="adj1"/>
              <a:gd fmla="val 50000" name="adj2"/>
            </a:avLst>
          </a:prstGeom>
          <a:solidFill>
            <a:schemeClr val="accent1"/>
          </a:solidFill>
          <a:ln cap="flat" cmpd="sng" w="12700">
            <a:solidFill>
              <a:srgbClr val="A2211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pic>
        <p:nvPicPr>
          <p:cNvPr id="311" name="Google Shape;311;p17"/>
          <p:cNvPicPr preferRelativeResize="0"/>
          <p:nvPr/>
        </p:nvPicPr>
        <p:blipFill rotWithShape="1">
          <a:blip r:embed="rId6">
            <a:alphaModFix/>
          </a:blip>
          <a:srcRect b="0" l="0" r="0" t="0"/>
          <a:stretch/>
        </p:blipFill>
        <p:spPr>
          <a:xfrm>
            <a:off x="6477548" y="5048222"/>
            <a:ext cx="5395428" cy="1371719"/>
          </a:xfrm>
          <a:prstGeom prst="rect">
            <a:avLst/>
          </a:prstGeom>
          <a:noFill/>
          <a:ln>
            <a:noFill/>
          </a:ln>
        </p:spPr>
      </p:pic>
      <p:cxnSp>
        <p:nvCxnSpPr>
          <p:cNvPr id="312" name="Google Shape;312;p17"/>
          <p:cNvCxnSpPr/>
          <p:nvPr/>
        </p:nvCxnSpPr>
        <p:spPr>
          <a:xfrm>
            <a:off x="7451970" y="4816717"/>
            <a:ext cx="2676768" cy="432762"/>
          </a:xfrm>
          <a:prstGeom prst="straightConnector1">
            <a:avLst/>
          </a:prstGeom>
          <a:noFill/>
          <a:ln cap="flat" cmpd="sng" w="28575">
            <a:solidFill>
              <a:schemeClr val="accent1"/>
            </a:solidFill>
            <a:prstDash val="solid"/>
            <a:round/>
            <a:headEnd len="sm" w="sm" type="none"/>
            <a:tailEnd len="med" w="med" type="triangle"/>
          </a:ln>
        </p:spPr>
      </p:cxnSp>
      <p:pic>
        <p:nvPicPr>
          <p:cNvPr id="313" name="Google Shape;313;p17"/>
          <p:cNvPicPr preferRelativeResize="0"/>
          <p:nvPr/>
        </p:nvPicPr>
        <p:blipFill rotWithShape="1">
          <a:blip r:embed="rId7">
            <a:alphaModFix/>
          </a:blip>
          <a:srcRect b="0" l="0" r="0" t="0"/>
          <a:stretch/>
        </p:blipFill>
        <p:spPr>
          <a:xfrm>
            <a:off x="2275708" y="5658220"/>
            <a:ext cx="1425063" cy="46486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18"/>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4000"/>
              <a:buFont typeface="Century Gothic"/>
              <a:buNone/>
            </a:pPr>
            <a:r>
              <a:rPr lang="es-ES" sz="4000"/>
              <a:t>INFLUXDB – MOSTRAR DATOS</a:t>
            </a:r>
            <a:endParaRPr/>
          </a:p>
        </p:txBody>
      </p:sp>
      <p:sp>
        <p:nvSpPr>
          <p:cNvPr id="319" name="Google Shape;319;p18"/>
          <p:cNvSpPr txBox="1"/>
          <p:nvPr>
            <p:ph idx="1" type="body"/>
          </p:nvPr>
        </p:nvSpPr>
        <p:spPr>
          <a:xfrm>
            <a:off x="685799" y="2194560"/>
            <a:ext cx="6465277" cy="402412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2200"/>
              <a:buChar char="•"/>
            </a:pPr>
            <a:r>
              <a:rPr lang="es-ES"/>
              <a:t>En la parte inferior aparecerá el gráfico de las variables seleccionadas.</a:t>
            </a:r>
            <a:endParaRPr/>
          </a:p>
          <a:p>
            <a:pPr indent="-228600" lvl="0" marL="228600" rtl="0" algn="l">
              <a:lnSpc>
                <a:spcPct val="90000"/>
              </a:lnSpc>
              <a:spcBef>
                <a:spcPts val="1000"/>
              </a:spcBef>
              <a:spcAft>
                <a:spcPts val="0"/>
              </a:spcAft>
              <a:buClr>
                <a:schemeClr val="lt1"/>
              </a:buClr>
              <a:buSzPts val="2200"/>
              <a:buChar char="•"/>
            </a:pPr>
            <a:r>
              <a:rPr lang="es-ES"/>
              <a:t>En el apartado Dashboard podemos crear también gráficas de rápido acceso, de una manera muy similar a la explicada para el notebook.</a:t>
            </a:r>
            <a:endParaRPr/>
          </a:p>
          <a:p>
            <a:pPr indent="-88900" lvl="0" marL="228600" rtl="0" algn="l">
              <a:lnSpc>
                <a:spcPct val="90000"/>
              </a:lnSpc>
              <a:spcBef>
                <a:spcPts val="1000"/>
              </a:spcBef>
              <a:spcAft>
                <a:spcPts val="0"/>
              </a:spcAft>
              <a:buClr>
                <a:schemeClr val="lt1"/>
              </a:buClr>
              <a:buSzPts val="2200"/>
              <a:buNone/>
            </a:pPr>
            <a:r>
              <a:t/>
            </a:r>
            <a:endParaRPr/>
          </a:p>
        </p:txBody>
      </p:sp>
      <p:pic>
        <p:nvPicPr>
          <p:cNvPr id="320" name="Google Shape;320;p18"/>
          <p:cNvPicPr preferRelativeResize="0"/>
          <p:nvPr/>
        </p:nvPicPr>
        <p:blipFill rotWithShape="1">
          <a:blip r:embed="rId3">
            <a:alphaModFix/>
          </a:blip>
          <a:srcRect b="0" l="0" r="0" t="0"/>
          <a:stretch/>
        </p:blipFill>
        <p:spPr>
          <a:xfrm>
            <a:off x="6943685" y="2057401"/>
            <a:ext cx="4863854" cy="1304125"/>
          </a:xfrm>
          <a:prstGeom prst="rect">
            <a:avLst/>
          </a:prstGeom>
          <a:noFill/>
          <a:ln>
            <a:noFill/>
          </a:ln>
        </p:spPr>
      </p:pic>
      <p:pic>
        <p:nvPicPr>
          <p:cNvPr id="321" name="Google Shape;321;p18"/>
          <p:cNvPicPr preferRelativeResize="0"/>
          <p:nvPr/>
        </p:nvPicPr>
        <p:blipFill rotWithShape="1">
          <a:blip r:embed="rId4">
            <a:alphaModFix/>
          </a:blip>
          <a:srcRect b="0" l="0" r="0" t="0"/>
          <a:stretch/>
        </p:blipFill>
        <p:spPr>
          <a:xfrm>
            <a:off x="9949112" y="3711403"/>
            <a:ext cx="1790855" cy="2834886"/>
          </a:xfrm>
          <a:prstGeom prst="rect">
            <a:avLst/>
          </a:prstGeom>
          <a:noFill/>
          <a:ln>
            <a:noFill/>
          </a:ln>
        </p:spPr>
      </p:pic>
      <p:sp>
        <p:nvSpPr>
          <p:cNvPr id="322" name="Google Shape;322;p18"/>
          <p:cNvSpPr/>
          <p:nvPr/>
        </p:nvSpPr>
        <p:spPr>
          <a:xfrm>
            <a:off x="9949112" y="5860833"/>
            <a:ext cx="1406641" cy="297690"/>
          </a:xfrm>
          <a:prstGeom prst="rect">
            <a:avLst/>
          </a:prstGeom>
          <a:noFill/>
          <a:ln cap="flat" cmpd="sng" w="2857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pic>
        <p:nvPicPr>
          <p:cNvPr id="323" name="Google Shape;323;p18"/>
          <p:cNvPicPr preferRelativeResize="0"/>
          <p:nvPr/>
        </p:nvPicPr>
        <p:blipFill rotWithShape="1">
          <a:blip r:embed="rId5">
            <a:alphaModFix/>
          </a:blip>
          <a:srcRect b="0" l="0" r="0" t="0"/>
          <a:stretch/>
        </p:blipFill>
        <p:spPr>
          <a:xfrm>
            <a:off x="2828204" y="4064992"/>
            <a:ext cx="2353395" cy="2481297"/>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19"/>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4000"/>
              <a:buFont typeface="Century Gothic"/>
              <a:buNone/>
            </a:pPr>
            <a:r>
              <a:rPr lang="es-ES" sz="4000"/>
              <a:t>INFLUXDB – MOSTRAR DATOS</a:t>
            </a:r>
            <a:endParaRPr/>
          </a:p>
        </p:txBody>
      </p:sp>
      <p:sp>
        <p:nvSpPr>
          <p:cNvPr id="329" name="Google Shape;329;p19"/>
          <p:cNvSpPr txBox="1"/>
          <p:nvPr>
            <p:ph idx="1" type="body"/>
          </p:nvPr>
        </p:nvSpPr>
        <p:spPr>
          <a:xfrm>
            <a:off x="685800" y="2194560"/>
            <a:ext cx="10820400" cy="402412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2200"/>
              <a:buChar char="•"/>
            </a:pPr>
            <a:r>
              <a:rPr lang="es-ES"/>
              <a:t>Posibles prácticas:</a:t>
            </a:r>
            <a:endParaRPr/>
          </a:p>
          <a:p>
            <a:pPr indent="-228600" lvl="1" marL="685800" rtl="0" algn="l">
              <a:lnSpc>
                <a:spcPct val="90000"/>
              </a:lnSpc>
              <a:spcBef>
                <a:spcPts val="500"/>
              </a:spcBef>
              <a:spcAft>
                <a:spcPts val="0"/>
              </a:spcAft>
              <a:buClr>
                <a:schemeClr val="lt1"/>
              </a:buClr>
              <a:buSzPts val="2000"/>
              <a:buChar char="•"/>
            </a:pPr>
            <a:r>
              <a:rPr lang="es-ES"/>
              <a:t>Google trends</a:t>
            </a:r>
            <a:endParaRPr/>
          </a:p>
          <a:p>
            <a:pPr indent="-228600" lvl="1" marL="685800" rtl="0" algn="l">
              <a:lnSpc>
                <a:spcPct val="90000"/>
              </a:lnSpc>
              <a:spcBef>
                <a:spcPts val="500"/>
              </a:spcBef>
              <a:spcAft>
                <a:spcPts val="0"/>
              </a:spcAft>
              <a:buClr>
                <a:schemeClr val="lt1"/>
              </a:buClr>
              <a:buSzPts val="2000"/>
              <a:buChar char="•"/>
            </a:pPr>
            <a:r>
              <a:rPr lang="es-ES"/>
              <a:t>App de móvil 🡪 Phyphox</a:t>
            </a:r>
            <a:endParaRPr/>
          </a:p>
          <a:p>
            <a:pPr indent="-228600" lvl="1" marL="685800" rtl="0" algn="l">
              <a:lnSpc>
                <a:spcPct val="90000"/>
              </a:lnSpc>
              <a:spcBef>
                <a:spcPts val="500"/>
              </a:spcBef>
              <a:spcAft>
                <a:spcPts val="0"/>
              </a:spcAft>
              <a:buClr>
                <a:schemeClr val="lt1"/>
              </a:buClr>
              <a:buSzPts val="2000"/>
              <a:buChar char="•"/>
            </a:pPr>
            <a:r>
              <a:rPr lang="es-ES"/>
              <a:t>Ourworldindata.org</a:t>
            </a:r>
            <a:endParaRPr/>
          </a:p>
          <a:p>
            <a:pPr indent="-101600" lvl="1" marL="685800" rtl="0" algn="l">
              <a:lnSpc>
                <a:spcPct val="90000"/>
              </a:lnSpc>
              <a:spcBef>
                <a:spcPts val="500"/>
              </a:spcBef>
              <a:spcAft>
                <a:spcPts val="0"/>
              </a:spcAft>
              <a:buClr>
                <a:schemeClr val="lt1"/>
              </a:buClr>
              <a:buSzPts val="2000"/>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33" name="Shape 333"/>
        <p:cNvGrpSpPr/>
        <p:nvPr/>
      </p:nvGrpSpPr>
      <p:grpSpPr>
        <a:xfrm>
          <a:off x="0" y="0"/>
          <a:ext cx="0" cy="0"/>
          <a:chOff x="0" y="0"/>
          <a:chExt cx="0" cy="0"/>
        </a:xfrm>
      </p:grpSpPr>
      <p:sp>
        <p:nvSpPr>
          <p:cNvPr id="334" name="Google Shape;334;p20"/>
          <p:cNvSpPr/>
          <p:nvPr/>
        </p:nvSpPr>
        <p:spPr>
          <a:xfrm>
            <a:off x="0" y="0"/>
            <a:ext cx="12192000" cy="6858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pic>
        <p:nvPicPr>
          <p:cNvPr id="335" name="Google Shape;335;p20"/>
          <p:cNvPicPr preferRelativeResize="0"/>
          <p:nvPr/>
        </p:nvPicPr>
        <p:blipFill rotWithShape="1">
          <a:blip r:embed="rId3">
            <a:alphaModFix/>
          </a:blip>
          <a:srcRect b="0" l="0" r="0" t="0"/>
          <a:stretch/>
        </p:blipFill>
        <p:spPr>
          <a:xfrm>
            <a:off x="0" y="0"/>
            <a:ext cx="12192000" cy="1441450"/>
          </a:xfrm>
          <a:prstGeom prst="rect">
            <a:avLst/>
          </a:prstGeom>
          <a:noFill/>
          <a:ln>
            <a:noFill/>
          </a:ln>
        </p:spPr>
      </p:pic>
      <p:sp>
        <p:nvSpPr>
          <p:cNvPr id="336" name="Google Shape;336;p20"/>
          <p:cNvSpPr txBox="1"/>
          <p:nvPr>
            <p:ph type="title"/>
          </p:nvPr>
        </p:nvSpPr>
        <p:spPr>
          <a:xfrm>
            <a:off x="685799" y="764373"/>
            <a:ext cx="6848855" cy="1293028"/>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4000"/>
              <a:buFont typeface="Century Gothic"/>
              <a:buNone/>
            </a:pPr>
            <a:r>
              <a:rPr lang="es-ES"/>
              <a:t>GRAFANA – MOSTRAR DATOS</a:t>
            </a:r>
            <a:endParaRPr/>
          </a:p>
        </p:txBody>
      </p:sp>
      <p:sp>
        <p:nvSpPr>
          <p:cNvPr id="337" name="Google Shape;337;p20"/>
          <p:cNvSpPr txBox="1"/>
          <p:nvPr>
            <p:ph idx="1" type="body"/>
          </p:nvPr>
        </p:nvSpPr>
        <p:spPr>
          <a:xfrm>
            <a:off x="685800" y="2194560"/>
            <a:ext cx="6848854" cy="402412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2200"/>
              <a:buChar char="•"/>
            </a:pPr>
            <a:r>
              <a:rPr lang="es-ES"/>
              <a:t>Grafana va a ser el programa que se a utilizar para mostrar los datos.</a:t>
            </a:r>
            <a:endParaRPr/>
          </a:p>
          <a:p>
            <a:pPr indent="-228600" lvl="0" marL="228600" rtl="0" algn="l">
              <a:lnSpc>
                <a:spcPct val="90000"/>
              </a:lnSpc>
              <a:spcBef>
                <a:spcPts val="1000"/>
              </a:spcBef>
              <a:spcAft>
                <a:spcPts val="0"/>
              </a:spcAft>
              <a:buClr>
                <a:schemeClr val="lt1"/>
              </a:buClr>
              <a:buSzPts val="2200"/>
              <a:buChar char="•"/>
            </a:pPr>
            <a:r>
              <a:rPr lang="es-ES"/>
              <a:t>Para instalarlo 🡪 abrimos el terminal</a:t>
            </a:r>
            <a:endParaRPr/>
          </a:p>
          <a:p>
            <a:pPr indent="-228600" lvl="0" marL="228600" rtl="0" algn="l">
              <a:lnSpc>
                <a:spcPct val="90000"/>
              </a:lnSpc>
              <a:spcBef>
                <a:spcPts val="1000"/>
              </a:spcBef>
              <a:spcAft>
                <a:spcPts val="0"/>
              </a:spcAft>
              <a:buClr>
                <a:schemeClr val="lt1"/>
              </a:buClr>
              <a:buSzPts val="2200"/>
              <a:buChar char="•"/>
            </a:pPr>
            <a:r>
              <a:rPr lang="es-ES"/>
              <a:t>A su vez vamos a la página web de grafana</a:t>
            </a:r>
            <a:endParaRPr/>
          </a:p>
          <a:p>
            <a:pPr indent="0" lvl="0" marL="0" rtl="0" algn="l">
              <a:lnSpc>
                <a:spcPct val="90000"/>
              </a:lnSpc>
              <a:spcBef>
                <a:spcPts val="1000"/>
              </a:spcBef>
              <a:spcAft>
                <a:spcPts val="0"/>
              </a:spcAft>
              <a:buClr>
                <a:schemeClr val="lt1"/>
              </a:buClr>
              <a:buSzPts val="2200"/>
              <a:buNone/>
            </a:pPr>
            <a:r>
              <a:rPr lang="es-ES"/>
              <a:t>	</a:t>
            </a:r>
            <a:r>
              <a:rPr lang="es-ES" u="sng">
                <a:solidFill>
                  <a:schemeClr val="hlink"/>
                </a:solidFill>
                <a:hlinkClick r:id="rId4"/>
              </a:rPr>
              <a:t>https://grafana.com/docs/grafana/latest/setup-grafana/installation/debian/</a:t>
            </a:r>
            <a:endParaRPr/>
          </a:p>
          <a:p>
            <a:pPr indent="-228600" lvl="0" marL="228600" rtl="0" algn="l">
              <a:lnSpc>
                <a:spcPct val="90000"/>
              </a:lnSpc>
              <a:spcBef>
                <a:spcPts val="1000"/>
              </a:spcBef>
              <a:spcAft>
                <a:spcPts val="0"/>
              </a:spcAft>
              <a:buClr>
                <a:schemeClr val="lt1"/>
              </a:buClr>
              <a:buSzPts val="2200"/>
              <a:buChar char="•"/>
            </a:pPr>
            <a:r>
              <a:rPr lang="es-ES"/>
              <a:t>Seguimos los pasos que nos marcan, escribiendo el código en la terminal, hasta el paso 6 (no necesitamos Grafana Enterprise).</a:t>
            </a:r>
            <a:endParaRPr/>
          </a:p>
          <a:p>
            <a:pPr indent="-228600" lvl="0" marL="228600" rtl="0" algn="l">
              <a:lnSpc>
                <a:spcPct val="90000"/>
              </a:lnSpc>
              <a:spcBef>
                <a:spcPts val="1000"/>
              </a:spcBef>
              <a:spcAft>
                <a:spcPts val="0"/>
              </a:spcAft>
              <a:buClr>
                <a:schemeClr val="accent1"/>
              </a:buClr>
              <a:buSzPts val="2200"/>
              <a:buChar char="•"/>
            </a:pPr>
            <a:r>
              <a:rPr lang="es-ES">
                <a:solidFill>
                  <a:schemeClr val="accent1"/>
                </a:solidFill>
              </a:rPr>
              <a:t>NO INSTALAR </a:t>
            </a:r>
            <a:r>
              <a:rPr lang="es-ES"/>
              <a:t>el repositorio 4 (beta releases)</a:t>
            </a:r>
            <a:endParaRPr/>
          </a:p>
        </p:txBody>
      </p:sp>
      <p:pic>
        <p:nvPicPr>
          <p:cNvPr id="338" name="Google Shape;338;p20"/>
          <p:cNvPicPr preferRelativeResize="0"/>
          <p:nvPr/>
        </p:nvPicPr>
        <p:blipFill rotWithShape="1">
          <a:blip r:embed="rId5">
            <a:alphaModFix/>
          </a:blip>
          <a:srcRect b="0" l="0" r="0" t="0"/>
          <a:stretch/>
        </p:blipFill>
        <p:spPr>
          <a:xfrm>
            <a:off x="7715629" y="806991"/>
            <a:ext cx="3956685" cy="1869534"/>
          </a:xfrm>
          <a:prstGeom prst="rect">
            <a:avLst/>
          </a:prstGeom>
          <a:noFill/>
          <a:ln>
            <a:noFill/>
          </a:ln>
        </p:spPr>
      </p:pic>
      <p:pic>
        <p:nvPicPr>
          <p:cNvPr id="339" name="Google Shape;339;p20"/>
          <p:cNvPicPr preferRelativeResize="0"/>
          <p:nvPr/>
        </p:nvPicPr>
        <p:blipFill rotWithShape="1">
          <a:blip r:embed="rId6">
            <a:alphaModFix/>
          </a:blip>
          <a:srcRect b="0" l="0" r="0" t="0"/>
          <a:stretch/>
        </p:blipFill>
        <p:spPr>
          <a:xfrm>
            <a:off x="7715629" y="2823619"/>
            <a:ext cx="3956684" cy="1661806"/>
          </a:xfrm>
          <a:prstGeom prst="rect">
            <a:avLst/>
          </a:prstGeom>
          <a:noFill/>
          <a:ln>
            <a:noFill/>
          </a:ln>
        </p:spPr>
      </p:pic>
      <p:pic>
        <p:nvPicPr>
          <p:cNvPr id="340" name="Google Shape;340;p20"/>
          <p:cNvPicPr preferRelativeResize="0"/>
          <p:nvPr/>
        </p:nvPicPr>
        <p:blipFill rotWithShape="1">
          <a:blip r:embed="rId7">
            <a:alphaModFix/>
          </a:blip>
          <a:srcRect b="0" l="0" r="0" t="0"/>
          <a:stretch/>
        </p:blipFill>
        <p:spPr>
          <a:xfrm>
            <a:off x="7715630" y="4659179"/>
            <a:ext cx="3956684" cy="1632131"/>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21"/>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4000"/>
              <a:buFont typeface="Century Gothic"/>
              <a:buNone/>
            </a:pPr>
            <a:r>
              <a:rPr lang="es-ES"/>
              <a:t>GRAFANA – MOSTRAR DATOS</a:t>
            </a:r>
            <a:endParaRPr/>
          </a:p>
        </p:txBody>
      </p:sp>
      <p:sp>
        <p:nvSpPr>
          <p:cNvPr id="346" name="Google Shape;346;p21"/>
          <p:cNvSpPr txBox="1"/>
          <p:nvPr>
            <p:ph idx="1" type="body"/>
          </p:nvPr>
        </p:nvSpPr>
        <p:spPr>
          <a:xfrm>
            <a:off x="685800" y="2194560"/>
            <a:ext cx="10820400" cy="402412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2200"/>
              <a:buChar char="•"/>
            </a:pPr>
            <a:r>
              <a:rPr lang="es-ES"/>
              <a:t>Los comandos para iniciar, parar o ver si funciona Grafana son:</a:t>
            </a:r>
            <a:endParaRPr/>
          </a:p>
          <a:p>
            <a:pPr indent="-228600" lvl="1" marL="685800" rtl="0" algn="l">
              <a:lnSpc>
                <a:spcPct val="90000"/>
              </a:lnSpc>
              <a:spcBef>
                <a:spcPts val="500"/>
              </a:spcBef>
              <a:spcAft>
                <a:spcPts val="0"/>
              </a:spcAft>
              <a:buClr>
                <a:schemeClr val="lt1"/>
              </a:buClr>
              <a:buSzPts val="2000"/>
              <a:buChar char="•"/>
            </a:pPr>
            <a:r>
              <a:rPr lang="es-ES"/>
              <a:t>Iniciar 🡪 sudo systemctl start grafana-server</a:t>
            </a:r>
            <a:endParaRPr/>
          </a:p>
          <a:p>
            <a:pPr indent="-228600" lvl="1" marL="685800" rtl="0" algn="l">
              <a:lnSpc>
                <a:spcPct val="90000"/>
              </a:lnSpc>
              <a:spcBef>
                <a:spcPts val="500"/>
              </a:spcBef>
              <a:spcAft>
                <a:spcPts val="0"/>
              </a:spcAft>
              <a:buClr>
                <a:schemeClr val="lt1"/>
              </a:buClr>
              <a:buSzPts val="2000"/>
              <a:buChar char="•"/>
            </a:pPr>
            <a:r>
              <a:rPr lang="es-ES"/>
              <a:t>Parar 🡪 sudo systemctl stop grafana-server</a:t>
            </a:r>
            <a:endParaRPr/>
          </a:p>
          <a:p>
            <a:pPr indent="-228600" lvl="1" marL="685800" rtl="0" algn="l">
              <a:lnSpc>
                <a:spcPct val="90000"/>
              </a:lnSpc>
              <a:spcBef>
                <a:spcPts val="500"/>
              </a:spcBef>
              <a:spcAft>
                <a:spcPts val="0"/>
              </a:spcAft>
              <a:buClr>
                <a:schemeClr val="lt1"/>
              </a:buClr>
              <a:buSzPts val="2000"/>
              <a:buChar char="•"/>
            </a:pPr>
            <a:r>
              <a:rPr lang="es-ES"/>
              <a:t>Funciona? 🡪 sudo systemctl status grafana-server</a:t>
            </a:r>
            <a:endParaRPr/>
          </a:p>
          <a:p>
            <a:pPr indent="0" lvl="1" marL="457200" rtl="0" algn="l">
              <a:lnSpc>
                <a:spcPct val="90000"/>
              </a:lnSpc>
              <a:spcBef>
                <a:spcPts val="500"/>
              </a:spcBef>
              <a:spcAft>
                <a:spcPts val="0"/>
              </a:spcAft>
              <a:buClr>
                <a:schemeClr val="lt1"/>
              </a:buClr>
              <a:buSzPts val="2000"/>
              <a:buNone/>
            </a:pPr>
            <a:r>
              <a:rPr lang="es-ES"/>
              <a:t>	***Para esto también podemos usar el comando netstat –nltp (si no lo tenemos instalado, nos dirá cómo hacerlo)</a:t>
            </a:r>
            <a:endParaRPr/>
          </a:p>
          <a:p>
            <a:pPr indent="-228600" lvl="0" marL="228600" rtl="0" algn="l">
              <a:lnSpc>
                <a:spcPct val="90000"/>
              </a:lnSpc>
              <a:spcBef>
                <a:spcPts val="1000"/>
              </a:spcBef>
              <a:spcAft>
                <a:spcPts val="0"/>
              </a:spcAft>
              <a:buClr>
                <a:schemeClr val="lt1"/>
              </a:buClr>
              <a:buSzPts val="2200"/>
              <a:buChar char="•"/>
            </a:pPr>
            <a:r>
              <a:rPr lang="es-ES"/>
              <a:t>*La 1ª vez que lancemos grafana, usaremos este comando.</a:t>
            </a:r>
            <a:endParaRPr/>
          </a:p>
        </p:txBody>
      </p:sp>
      <p:pic>
        <p:nvPicPr>
          <p:cNvPr id="347" name="Google Shape;347;p21"/>
          <p:cNvPicPr preferRelativeResize="0"/>
          <p:nvPr/>
        </p:nvPicPr>
        <p:blipFill rotWithShape="1">
          <a:blip r:embed="rId3">
            <a:alphaModFix/>
          </a:blip>
          <a:srcRect b="0" l="0" r="0" t="0"/>
          <a:stretch/>
        </p:blipFill>
        <p:spPr>
          <a:xfrm>
            <a:off x="2895600" y="4832761"/>
            <a:ext cx="5746309" cy="1326822"/>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22"/>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4000"/>
              <a:buFont typeface="Century Gothic"/>
              <a:buNone/>
            </a:pPr>
            <a:r>
              <a:rPr lang="es-ES"/>
              <a:t>GRAFANA – MOSTRAR DATOS</a:t>
            </a:r>
            <a:endParaRPr/>
          </a:p>
        </p:txBody>
      </p:sp>
      <p:sp>
        <p:nvSpPr>
          <p:cNvPr id="353" name="Google Shape;353;p22"/>
          <p:cNvSpPr txBox="1"/>
          <p:nvPr>
            <p:ph idx="1" type="body"/>
          </p:nvPr>
        </p:nvSpPr>
        <p:spPr>
          <a:xfrm>
            <a:off x="685800" y="2194560"/>
            <a:ext cx="10820400" cy="402412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2200"/>
              <a:buChar char="•"/>
            </a:pPr>
            <a:r>
              <a:rPr lang="es-ES"/>
              <a:t>Una vez hemos iniciado grafana en el terminal, vamos a Firefox.</a:t>
            </a:r>
            <a:endParaRPr/>
          </a:p>
          <a:p>
            <a:pPr indent="-228600" lvl="0" marL="228600" rtl="0" algn="l">
              <a:lnSpc>
                <a:spcPct val="90000"/>
              </a:lnSpc>
              <a:spcBef>
                <a:spcPts val="1000"/>
              </a:spcBef>
              <a:spcAft>
                <a:spcPts val="0"/>
              </a:spcAft>
              <a:buClr>
                <a:schemeClr val="lt1"/>
              </a:buClr>
              <a:buSzPts val="2200"/>
              <a:buChar char="•"/>
            </a:pPr>
            <a:r>
              <a:rPr lang="es-ES" u="sng">
                <a:solidFill>
                  <a:schemeClr val="hlink"/>
                </a:solidFill>
                <a:hlinkClick r:id="rId3"/>
              </a:rPr>
              <a:t>http://localhost:3000</a:t>
            </a:r>
            <a:endParaRPr/>
          </a:p>
          <a:p>
            <a:pPr indent="-228600" lvl="0" marL="228600" rtl="0" algn="l">
              <a:lnSpc>
                <a:spcPct val="90000"/>
              </a:lnSpc>
              <a:spcBef>
                <a:spcPts val="1000"/>
              </a:spcBef>
              <a:spcAft>
                <a:spcPts val="0"/>
              </a:spcAft>
              <a:buClr>
                <a:schemeClr val="lt1"/>
              </a:buClr>
              <a:buSzPts val="2200"/>
              <a:buChar char="•"/>
            </a:pPr>
            <a:r>
              <a:rPr lang="es-ES"/>
              <a:t>User y PW: admin / admin, cuando nos diga para cambiar contraseña 🡪 admin</a:t>
            </a:r>
            <a:endParaRPr/>
          </a:p>
          <a:p>
            <a:pPr indent="-88900" lvl="0" marL="228600" rtl="0" algn="l">
              <a:lnSpc>
                <a:spcPct val="90000"/>
              </a:lnSpc>
              <a:spcBef>
                <a:spcPts val="1000"/>
              </a:spcBef>
              <a:spcAft>
                <a:spcPts val="0"/>
              </a:spcAft>
              <a:buClr>
                <a:schemeClr val="lt1"/>
              </a:buClr>
              <a:buSzPts val="2200"/>
              <a:buNone/>
            </a:pPr>
            <a:r>
              <a:t/>
            </a:r>
            <a:endParaRPr/>
          </a:p>
          <a:p>
            <a:pPr indent="-88900" lvl="0" marL="228600" rtl="0" algn="l">
              <a:lnSpc>
                <a:spcPct val="90000"/>
              </a:lnSpc>
              <a:spcBef>
                <a:spcPts val="1000"/>
              </a:spcBef>
              <a:spcAft>
                <a:spcPts val="0"/>
              </a:spcAft>
              <a:buClr>
                <a:schemeClr val="lt1"/>
              </a:buClr>
              <a:buSzPts val="2200"/>
              <a:buNone/>
            </a:pPr>
            <a:r>
              <a:t/>
            </a:r>
            <a:endParaRPr/>
          </a:p>
        </p:txBody>
      </p:sp>
      <p:pic>
        <p:nvPicPr>
          <p:cNvPr id="354" name="Google Shape;354;p22"/>
          <p:cNvPicPr preferRelativeResize="0"/>
          <p:nvPr/>
        </p:nvPicPr>
        <p:blipFill rotWithShape="1">
          <a:blip r:embed="rId4">
            <a:alphaModFix/>
          </a:blip>
          <a:srcRect b="0" l="0" r="0" t="0"/>
          <a:stretch/>
        </p:blipFill>
        <p:spPr>
          <a:xfrm>
            <a:off x="4450711" y="3800224"/>
            <a:ext cx="2720109" cy="2493432"/>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23"/>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4000"/>
              <a:buFont typeface="Century Gothic"/>
              <a:buNone/>
            </a:pPr>
            <a:r>
              <a:rPr lang="es-ES"/>
              <a:t>GRAFANA – MOSTRAR DATOS</a:t>
            </a:r>
            <a:endParaRPr/>
          </a:p>
        </p:txBody>
      </p:sp>
      <p:sp>
        <p:nvSpPr>
          <p:cNvPr id="360" name="Google Shape;360;p23"/>
          <p:cNvSpPr txBox="1"/>
          <p:nvPr>
            <p:ph idx="1" type="body"/>
          </p:nvPr>
        </p:nvSpPr>
        <p:spPr>
          <a:xfrm>
            <a:off x="685800" y="2194560"/>
            <a:ext cx="10927862" cy="402412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2200"/>
              <a:buChar char="•"/>
            </a:pPr>
            <a:r>
              <a:rPr lang="es-ES"/>
              <a:t>Vamos a decirle qué tipo de datos tiene que leer.</a:t>
            </a:r>
            <a:endParaRPr/>
          </a:p>
          <a:p>
            <a:pPr indent="-228600" lvl="0" marL="228600" rtl="0" algn="l">
              <a:lnSpc>
                <a:spcPct val="90000"/>
              </a:lnSpc>
              <a:spcBef>
                <a:spcPts val="1000"/>
              </a:spcBef>
              <a:spcAft>
                <a:spcPts val="0"/>
              </a:spcAft>
              <a:buClr>
                <a:schemeClr val="lt1"/>
              </a:buClr>
              <a:buSzPts val="2200"/>
              <a:buChar char="•"/>
            </a:pPr>
            <a:r>
              <a:rPr lang="es-ES"/>
              <a:t>Abajo a la izquierda 🡪 Configuración 🡪 Data Sources 🡪 Add Data Sources</a:t>
            </a:r>
            <a:endParaRPr/>
          </a:p>
          <a:p>
            <a:pPr indent="-88900" lvl="0" marL="228600" rtl="0" algn="l">
              <a:lnSpc>
                <a:spcPct val="90000"/>
              </a:lnSpc>
              <a:spcBef>
                <a:spcPts val="1000"/>
              </a:spcBef>
              <a:spcAft>
                <a:spcPts val="0"/>
              </a:spcAft>
              <a:buClr>
                <a:schemeClr val="lt1"/>
              </a:buClr>
              <a:buSzPts val="2200"/>
              <a:buNone/>
            </a:pPr>
            <a:r>
              <a:t/>
            </a:r>
            <a:endParaRPr/>
          </a:p>
          <a:p>
            <a:pPr indent="-88900" lvl="0" marL="228600" rtl="0" algn="l">
              <a:lnSpc>
                <a:spcPct val="90000"/>
              </a:lnSpc>
              <a:spcBef>
                <a:spcPts val="1000"/>
              </a:spcBef>
              <a:spcAft>
                <a:spcPts val="0"/>
              </a:spcAft>
              <a:buClr>
                <a:schemeClr val="lt1"/>
              </a:buClr>
              <a:buSzPts val="2200"/>
              <a:buNone/>
            </a:pPr>
            <a:r>
              <a:t/>
            </a:r>
            <a:endParaRPr/>
          </a:p>
          <a:p>
            <a:pPr indent="-88900" lvl="0" marL="228600" rtl="0" algn="l">
              <a:lnSpc>
                <a:spcPct val="90000"/>
              </a:lnSpc>
              <a:spcBef>
                <a:spcPts val="1000"/>
              </a:spcBef>
              <a:spcAft>
                <a:spcPts val="0"/>
              </a:spcAft>
              <a:buClr>
                <a:schemeClr val="lt1"/>
              </a:buClr>
              <a:buSzPts val="2200"/>
              <a:buNone/>
            </a:pPr>
            <a:r>
              <a:t/>
            </a:r>
            <a:endParaRPr/>
          </a:p>
          <a:p>
            <a:pPr indent="-88900" lvl="0" marL="228600" rtl="0" algn="l">
              <a:lnSpc>
                <a:spcPct val="90000"/>
              </a:lnSpc>
              <a:spcBef>
                <a:spcPts val="1000"/>
              </a:spcBef>
              <a:spcAft>
                <a:spcPts val="0"/>
              </a:spcAft>
              <a:buClr>
                <a:schemeClr val="lt1"/>
              </a:buClr>
              <a:buSzPts val="2200"/>
              <a:buNone/>
            </a:pPr>
            <a:r>
              <a:t/>
            </a:r>
            <a:endParaRPr/>
          </a:p>
          <a:p>
            <a:pPr indent="-228600" lvl="0" marL="228600" rtl="0" algn="l">
              <a:lnSpc>
                <a:spcPct val="90000"/>
              </a:lnSpc>
              <a:spcBef>
                <a:spcPts val="1000"/>
              </a:spcBef>
              <a:spcAft>
                <a:spcPts val="0"/>
              </a:spcAft>
              <a:buClr>
                <a:schemeClr val="lt1"/>
              </a:buClr>
              <a:buSzPts val="2200"/>
              <a:buChar char="•"/>
            </a:pPr>
            <a:r>
              <a:rPr lang="es-ES"/>
              <a:t>Seleccionamos InfluxDB 🡪 se abre una ventana de configuración</a:t>
            </a:r>
            <a:endParaRPr/>
          </a:p>
        </p:txBody>
      </p:sp>
      <p:pic>
        <p:nvPicPr>
          <p:cNvPr id="361" name="Google Shape;361;p23"/>
          <p:cNvPicPr preferRelativeResize="0"/>
          <p:nvPr/>
        </p:nvPicPr>
        <p:blipFill rotWithShape="1">
          <a:blip r:embed="rId3">
            <a:alphaModFix/>
          </a:blip>
          <a:srcRect b="0" l="0" r="0" t="0"/>
          <a:stretch/>
        </p:blipFill>
        <p:spPr>
          <a:xfrm>
            <a:off x="3579529" y="3066807"/>
            <a:ext cx="457240" cy="1577477"/>
          </a:xfrm>
          <a:prstGeom prst="rect">
            <a:avLst/>
          </a:prstGeom>
          <a:noFill/>
          <a:ln>
            <a:noFill/>
          </a:ln>
        </p:spPr>
      </p:pic>
      <p:sp>
        <p:nvSpPr>
          <p:cNvPr id="362" name="Google Shape;362;p23"/>
          <p:cNvSpPr/>
          <p:nvPr/>
        </p:nvSpPr>
        <p:spPr>
          <a:xfrm>
            <a:off x="3644025" y="3178841"/>
            <a:ext cx="328248" cy="322253"/>
          </a:xfrm>
          <a:prstGeom prst="rect">
            <a:avLst/>
          </a:prstGeom>
          <a:noFill/>
          <a:ln cap="flat" cmpd="sng" w="2857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pic>
        <p:nvPicPr>
          <p:cNvPr id="363" name="Google Shape;363;p23"/>
          <p:cNvPicPr preferRelativeResize="0"/>
          <p:nvPr/>
        </p:nvPicPr>
        <p:blipFill rotWithShape="1">
          <a:blip r:embed="rId4">
            <a:alphaModFix/>
          </a:blip>
          <a:srcRect b="0" l="0" r="0" t="0"/>
          <a:stretch/>
        </p:blipFill>
        <p:spPr>
          <a:xfrm>
            <a:off x="4647089" y="3145559"/>
            <a:ext cx="4496190" cy="1386960"/>
          </a:xfrm>
          <a:prstGeom prst="rect">
            <a:avLst/>
          </a:prstGeom>
          <a:noFill/>
          <a:ln>
            <a:noFill/>
          </a:ln>
        </p:spPr>
      </p:pic>
      <p:sp>
        <p:nvSpPr>
          <p:cNvPr id="364" name="Google Shape;364;p23"/>
          <p:cNvSpPr/>
          <p:nvPr/>
        </p:nvSpPr>
        <p:spPr>
          <a:xfrm>
            <a:off x="5992547" y="3596964"/>
            <a:ext cx="1768129" cy="545190"/>
          </a:xfrm>
          <a:prstGeom prst="rect">
            <a:avLst/>
          </a:prstGeom>
          <a:noFill/>
          <a:ln cap="flat" cmpd="sng" w="2857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24"/>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4000"/>
              <a:buFont typeface="Century Gothic"/>
              <a:buNone/>
            </a:pPr>
            <a:r>
              <a:rPr lang="es-ES"/>
              <a:t>GRAFANA – MOSTRAR DATOS</a:t>
            </a:r>
            <a:endParaRPr/>
          </a:p>
        </p:txBody>
      </p:sp>
      <p:sp>
        <p:nvSpPr>
          <p:cNvPr id="370" name="Google Shape;370;p24"/>
          <p:cNvSpPr txBox="1"/>
          <p:nvPr>
            <p:ph idx="1" type="body"/>
          </p:nvPr>
        </p:nvSpPr>
        <p:spPr>
          <a:xfrm>
            <a:off x="685800" y="2194560"/>
            <a:ext cx="10820400" cy="4550117"/>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2200"/>
              <a:buChar char="•"/>
            </a:pPr>
            <a:r>
              <a:rPr lang="es-ES"/>
              <a:t>Name: ds-influx</a:t>
            </a:r>
            <a:endParaRPr/>
          </a:p>
          <a:p>
            <a:pPr indent="-228600" lvl="0" marL="228600" rtl="0" algn="l">
              <a:lnSpc>
                <a:spcPct val="90000"/>
              </a:lnSpc>
              <a:spcBef>
                <a:spcPts val="1000"/>
              </a:spcBef>
              <a:spcAft>
                <a:spcPts val="0"/>
              </a:spcAft>
              <a:buClr>
                <a:schemeClr val="lt1"/>
              </a:buClr>
              <a:buSzPts val="2200"/>
              <a:buChar char="•"/>
            </a:pPr>
            <a:r>
              <a:rPr lang="es-ES"/>
              <a:t>Query Language: Flux</a:t>
            </a:r>
            <a:endParaRPr/>
          </a:p>
          <a:p>
            <a:pPr indent="-88900" lvl="0" marL="228600" rtl="0" algn="l">
              <a:lnSpc>
                <a:spcPct val="90000"/>
              </a:lnSpc>
              <a:spcBef>
                <a:spcPts val="1000"/>
              </a:spcBef>
              <a:spcAft>
                <a:spcPts val="0"/>
              </a:spcAft>
              <a:buClr>
                <a:schemeClr val="lt1"/>
              </a:buClr>
              <a:buSzPts val="2200"/>
              <a:buNone/>
            </a:pPr>
            <a:r>
              <a:t/>
            </a:r>
            <a:endParaRPr/>
          </a:p>
          <a:p>
            <a:pPr indent="-228600" lvl="0" marL="228600" rtl="0" algn="l">
              <a:lnSpc>
                <a:spcPct val="90000"/>
              </a:lnSpc>
              <a:spcBef>
                <a:spcPts val="1000"/>
              </a:spcBef>
              <a:spcAft>
                <a:spcPts val="0"/>
              </a:spcAft>
              <a:buClr>
                <a:schemeClr val="lt1"/>
              </a:buClr>
              <a:buSzPts val="2200"/>
              <a:buChar char="•"/>
            </a:pPr>
            <a:r>
              <a:rPr lang="es-ES"/>
              <a:t>HTTP: Url 🡪 </a:t>
            </a:r>
            <a:r>
              <a:rPr lang="es-ES" u="sng">
                <a:solidFill>
                  <a:schemeClr val="hlink"/>
                </a:solidFill>
                <a:hlinkClick r:id="rId3"/>
              </a:rPr>
              <a:t>http://localhost:8086</a:t>
            </a:r>
            <a:endParaRPr/>
          </a:p>
          <a:p>
            <a:pPr indent="-228600" lvl="0" marL="228600" rtl="0" algn="l">
              <a:lnSpc>
                <a:spcPct val="90000"/>
              </a:lnSpc>
              <a:spcBef>
                <a:spcPts val="1000"/>
              </a:spcBef>
              <a:spcAft>
                <a:spcPts val="0"/>
              </a:spcAft>
              <a:buClr>
                <a:schemeClr val="lt1"/>
              </a:buClr>
              <a:buSzPts val="2200"/>
              <a:buChar char="•"/>
            </a:pPr>
            <a:r>
              <a:rPr lang="es-ES"/>
              <a:t>Basic Auth Details</a:t>
            </a:r>
            <a:endParaRPr/>
          </a:p>
          <a:p>
            <a:pPr indent="-228600" lvl="1" marL="685800" rtl="0" algn="l">
              <a:lnSpc>
                <a:spcPct val="90000"/>
              </a:lnSpc>
              <a:spcBef>
                <a:spcPts val="500"/>
              </a:spcBef>
              <a:spcAft>
                <a:spcPts val="0"/>
              </a:spcAft>
              <a:buClr>
                <a:schemeClr val="lt1"/>
              </a:buClr>
              <a:buSzPts val="2000"/>
              <a:buChar char="•"/>
            </a:pPr>
            <a:r>
              <a:rPr lang="es-ES"/>
              <a:t>User: somo (user de InfluxDB)</a:t>
            </a:r>
            <a:endParaRPr/>
          </a:p>
          <a:p>
            <a:pPr indent="-228600" lvl="1" marL="685800" rtl="0" algn="l">
              <a:lnSpc>
                <a:spcPct val="90000"/>
              </a:lnSpc>
              <a:spcBef>
                <a:spcPts val="500"/>
              </a:spcBef>
              <a:spcAft>
                <a:spcPts val="0"/>
              </a:spcAft>
              <a:buClr>
                <a:schemeClr val="lt1"/>
              </a:buClr>
              <a:buSzPts val="2000"/>
              <a:buChar char="•"/>
            </a:pPr>
            <a:r>
              <a:rPr lang="es-ES"/>
              <a:t>PW: 12345678 (la de InfluxDB)</a:t>
            </a:r>
            <a:endParaRPr/>
          </a:p>
          <a:p>
            <a:pPr indent="-228600" lvl="0" marL="228600" rtl="0" algn="l">
              <a:lnSpc>
                <a:spcPct val="90000"/>
              </a:lnSpc>
              <a:spcBef>
                <a:spcPts val="1000"/>
              </a:spcBef>
              <a:spcAft>
                <a:spcPts val="0"/>
              </a:spcAft>
              <a:buClr>
                <a:schemeClr val="lt1"/>
              </a:buClr>
              <a:buSzPts val="2200"/>
              <a:buChar char="•"/>
            </a:pPr>
            <a:r>
              <a:rPr lang="es-ES"/>
              <a:t>InfluxDB</a:t>
            </a:r>
            <a:endParaRPr/>
          </a:p>
          <a:p>
            <a:pPr indent="-228600" lvl="1" marL="685800" rtl="0" algn="l">
              <a:lnSpc>
                <a:spcPct val="90000"/>
              </a:lnSpc>
              <a:spcBef>
                <a:spcPts val="500"/>
              </a:spcBef>
              <a:spcAft>
                <a:spcPts val="0"/>
              </a:spcAft>
              <a:buClr>
                <a:schemeClr val="lt1"/>
              </a:buClr>
              <a:buSzPts val="2000"/>
              <a:buChar char="•"/>
            </a:pPr>
            <a:r>
              <a:rPr lang="es-ES"/>
              <a:t>Organization: somorrostro</a:t>
            </a:r>
            <a:endParaRPr/>
          </a:p>
          <a:p>
            <a:pPr indent="-228600" lvl="1" marL="685800" rtl="0" algn="l">
              <a:lnSpc>
                <a:spcPct val="90000"/>
              </a:lnSpc>
              <a:spcBef>
                <a:spcPts val="500"/>
              </a:spcBef>
              <a:spcAft>
                <a:spcPts val="0"/>
              </a:spcAft>
              <a:buClr>
                <a:schemeClr val="lt1"/>
              </a:buClr>
              <a:buSzPts val="2000"/>
              <a:buChar char="•"/>
            </a:pPr>
            <a:r>
              <a:rPr lang="es-ES"/>
              <a:t>Token: copiar el token de Influx</a:t>
            </a:r>
            <a:endParaRPr/>
          </a:p>
          <a:p>
            <a:pPr indent="-228600" lvl="1" marL="685800" rtl="0" algn="l">
              <a:lnSpc>
                <a:spcPct val="90000"/>
              </a:lnSpc>
              <a:spcBef>
                <a:spcPts val="500"/>
              </a:spcBef>
              <a:spcAft>
                <a:spcPts val="0"/>
              </a:spcAft>
              <a:buClr>
                <a:schemeClr val="lt1"/>
              </a:buClr>
              <a:buSzPts val="2000"/>
              <a:buChar char="•"/>
            </a:pPr>
            <a:r>
              <a:rPr lang="es-ES"/>
              <a:t>Default-Bucket: el bucket de influx</a:t>
            </a:r>
            <a:endParaRPr/>
          </a:p>
          <a:p>
            <a:pPr indent="-88900" lvl="0" marL="228600" rtl="0" algn="l">
              <a:lnSpc>
                <a:spcPct val="90000"/>
              </a:lnSpc>
              <a:spcBef>
                <a:spcPts val="1000"/>
              </a:spcBef>
              <a:spcAft>
                <a:spcPts val="0"/>
              </a:spcAft>
              <a:buClr>
                <a:schemeClr val="lt1"/>
              </a:buClr>
              <a:buSzPts val="2200"/>
              <a:buNone/>
            </a:pPr>
            <a:r>
              <a:t/>
            </a:r>
            <a:endParaRPr/>
          </a:p>
          <a:p>
            <a:pPr indent="-88900" lvl="0" marL="228600" rtl="0" algn="l">
              <a:lnSpc>
                <a:spcPct val="90000"/>
              </a:lnSpc>
              <a:spcBef>
                <a:spcPts val="1000"/>
              </a:spcBef>
              <a:spcAft>
                <a:spcPts val="0"/>
              </a:spcAft>
              <a:buClr>
                <a:schemeClr val="lt1"/>
              </a:buClr>
              <a:buSzPts val="2200"/>
              <a:buNone/>
            </a:pPr>
            <a:r>
              <a:t/>
            </a:r>
            <a:endParaRPr/>
          </a:p>
        </p:txBody>
      </p:sp>
      <p:pic>
        <p:nvPicPr>
          <p:cNvPr id="371" name="Google Shape;371;p24"/>
          <p:cNvPicPr preferRelativeResize="0"/>
          <p:nvPr/>
        </p:nvPicPr>
        <p:blipFill rotWithShape="1">
          <a:blip r:embed="rId4">
            <a:alphaModFix/>
          </a:blip>
          <a:srcRect b="0" l="0" r="0" t="0"/>
          <a:stretch/>
        </p:blipFill>
        <p:spPr>
          <a:xfrm>
            <a:off x="5702877" y="1661382"/>
            <a:ext cx="4709568" cy="1204064"/>
          </a:xfrm>
          <a:prstGeom prst="rect">
            <a:avLst/>
          </a:prstGeom>
          <a:noFill/>
          <a:ln>
            <a:noFill/>
          </a:ln>
        </p:spPr>
      </p:pic>
      <p:pic>
        <p:nvPicPr>
          <p:cNvPr id="372" name="Google Shape;372;p24"/>
          <p:cNvPicPr preferRelativeResize="0"/>
          <p:nvPr/>
        </p:nvPicPr>
        <p:blipFill rotWithShape="1">
          <a:blip r:embed="rId5">
            <a:alphaModFix/>
          </a:blip>
          <a:srcRect b="0" l="0" r="0" t="0"/>
          <a:stretch/>
        </p:blipFill>
        <p:spPr>
          <a:xfrm>
            <a:off x="5702877" y="2896589"/>
            <a:ext cx="4214225" cy="1181202"/>
          </a:xfrm>
          <a:prstGeom prst="rect">
            <a:avLst/>
          </a:prstGeom>
          <a:noFill/>
          <a:ln>
            <a:noFill/>
          </a:ln>
        </p:spPr>
      </p:pic>
      <p:pic>
        <p:nvPicPr>
          <p:cNvPr id="373" name="Google Shape;373;p24"/>
          <p:cNvPicPr preferRelativeResize="0"/>
          <p:nvPr/>
        </p:nvPicPr>
        <p:blipFill rotWithShape="1">
          <a:blip r:embed="rId6">
            <a:alphaModFix/>
          </a:blip>
          <a:srcRect b="0" l="0" r="0" t="0"/>
          <a:stretch/>
        </p:blipFill>
        <p:spPr>
          <a:xfrm>
            <a:off x="5702877" y="4077791"/>
            <a:ext cx="3673158" cy="861135"/>
          </a:xfrm>
          <a:prstGeom prst="rect">
            <a:avLst/>
          </a:prstGeom>
          <a:noFill/>
          <a:ln>
            <a:noFill/>
          </a:ln>
        </p:spPr>
      </p:pic>
      <p:pic>
        <p:nvPicPr>
          <p:cNvPr id="374" name="Google Shape;374;p24"/>
          <p:cNvPicPr preferRelativeResize="0"/>
          <p:nvPr/>
        </p:nvPicPr>
        <p:blipFill rotWithShape="1">
          <a:blip r:embed="rId7">
            <a:alphaModFix/>
          </a:blip>
          <a:srcRect b="0" l="0" r="0" t="0"/>
          <a:stretch/>
        </p:blipFill>
        <p:spPr>
          <a:xfrm>
            <a:off x="5702877" y="4873639"/>
            <a:ext cx="3863675" cy="1775614"/>
          </a:xfrm>
          <a:prstGeom prst="rect">
            <a:avLst/>
          </a:prstGeom>
          <a:noFill/>
          <a:ln>
            <a:noFill/>
          </a:ln>
        </p:spPr>
      </p:pic>
      <p:sp>
        <p:nvSpPr>
          <p:cNvPr id="375" name="Google Shape;375;p24"/>
          <p:cNvSpPr txBox="1"/>
          <p:nvPr/>
        </p:nvSpPr>
        <p:spPr>
          <a:xfrm>
            <a:off x="10034955" y="4873637"/>
            <a:ext cx="1979466" cy="1477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1800">
                <a:solidFill>
                  <a:schemeClr val="lt1"/>
                </a:solidFill>
                <a:latin typeface="Century Gothic"/>
                <a:ea typeface="Century Gothic"/>
                <a:cs typeface="Century Gothic"/>
                <a:sym typeface="Century Gothic"/>
              </a:rPr>
              <a:t>Cuando tengamos los datos introducidos 🡪 Save and test</a:t>
            </a:r>
            <a:endParaRPr sz="1800">
              <a:solidFill>
                <a:schemeClr val="lt1"/>
              </a:solidFill>
              <a:latin typeface="Century Gothic"/>
              <a:ea typeface="Century Gothic"/>
              <a:cs typeface="Century Gothic"/>
              <a:sym typeface="Century Gothic"/>
            </a:endParaRPr>
          </a:p>
        </p:txBody>
      </p:sp>
      <p:sp>
        <p:nvSpPr>
          <p:cNvPr id="376" name="Google Shape;376;p24"/>
          <p:cNvSpPr/>
          <p:nvPr/>
        </p:nvSpPr>
        <p:spPr>
          <a:xfrm>
            <a:off x="9992181" y="6002631"/>
            <a:ext cx="1783701" cy="348334"/>
          </a:xfrm>
          <a:prstGeom prst="rect">
            <a:avLst/>
          </a:prstGeom>
          <a:noFill/>
          <a:ln cap="flat" cmpd="sng" w="2857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25"/>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4000"/>
              <a:buFont typeface="Century Gothic"/>
              <a:buNone/>
            </a:pPr>
            <a:r>
              <a:rPr lang="es-ES"/>
              <a:t>GRAFANA – MOSTRAR DATOS</a:t>
            </a:r>
            <a:endParaRPr/>
          </a:p>
        </p:txBody>
      </p:sp>
      <p:sp>
        <p:nvSpPr>
          <p:cNvPr id="382" name="Google Shape;382;p25"/>
          <p:cNvSpPr txBox="1"/>
          <p:nvPr>
            <p:ph idx="1" type="body"/>
          </p:nvPr>
        </p:nvSpPr>
        <p:spPr>
          <a:xfrm>
            <a:off x="685800" y="2194560"/>
            <a:ext cx="10820400" cy="402412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2200"/>
              <a:buChar char="•"/>
            </a:pPr>
            <a:r>
              <a:rPr lang="es-ES"/>
              <a:t>En el menú de arriba a la izquierda 🡪 Dashboard</a:t>
            </a:r>
            <a:endParaRPr/>
          </a:p>
          <a:p>
            <a:pPr indent="-228600" lvl="0" marL="228600" rtl="0" algn="l">
              <a:lnSpc>
                <a:spcPct val="90000"/>
              </a:lnSpc>
              <a:spcBef>
                <a:spcPts val="1000"/>
              </a:spcBef>
              <a:spcAft>
                <a:spcPts val="0"/>
              </a:spcAft>
              <a:buClr>
                <a:schemeClr val="lt1"/>
              </a:buClr>
              <a:buSzPts val="2200"/>
              <a:buChar char="•"/>
            </a:pPr>
            <a:r>
              <a:rPr lang="es-ES"/>
              <a:t>New 🡪 New Dashboard</a:t>
            </a:r>
            <a:endParaRPr/>
          </a:p>
          <a:p>
            <a:pPr indent="-228600" lvl="0" marL="228600" rtl="0" algn="l">
              <a:lnSpc>
                <a:spcPct val="90000"/>
              </a:lnSpc>
              <a:spcBef>
                <a:spcPts val="1000"/>
              </a:spcBef>
              <a:spcAft>
                <a:spcPts val="0"/>
              </a:spcAft>
              <a:buClr>
                <a:schemeClr val="lt1"/>
              </a:buClr>
              <a:buSzPts val="2200"/>
              <a:buChar char="•"/>
            </a:pPr>
            <a:r>
              <a:rPr lang="es-ES"/>
              <a:t>Add new panel</a:t>
            </a:r>
            <a:endParaRPr/>
          </a:p>
          <a:p>
            <a:pPr indent="-88900" lvl="0" marL="228600" rtl="0" algn="l">
              <a:lnSpc>
                <a:spcPct val="90000"/>
              </a:lnSpc>
              <a:spcBef>
                <a:spcPts val="1000"/>
              </a:spcBef>
              <a:spcAft>
                <a:spcPts val="0"/>
              </a:spcAft>
              <a:buClr>
                <a:schemeClr val="lt1"/>
              </a:buClr>
              <a:buSzPts val="2200"/>
              <a:buNone/>
            </a:pPr>
            <a:r>
              <a:t/>
            </a:r>
            <a:endParaRPr/>
          </a:p>
          <a:p>
            <a:pPr indent="-88900" lvl="0" marL="228600" rtl="0" algn="l">
              <a:lnSpc>
                <a:spcPct val="90000"/>
              </a:lnSpc>
              <a:spcBef>
                <a:spcPts val="1000"/>
              </a:spcBef>
              <a:spcAft>
                <a:spcPts val="0"/>
              </a:spcAft>
              <a:buClr>
                <a:schemeClr val="lt1"/>
              </a:buClr>
              <a:buSzPts val="2200"/>
              <a:buNone/>
            </a:pPr>
            <a:r>
              <a:t/>
            </a:r>
            <a:endParaRPr/>
          </a:p>
          <a:p>
            <a:pPr indent="-228600" lvl="0" marL="228600" rtl="0" algn="l">
              <a:lnSpc>
                <a:spcPct val="90000"/>
              </a:lnSpc>
              <a:spcBef>
                <a:spcPts val="1000"/>
              </a:spcBef>
              <a:spcAft>
                <a:spcPts val="0"/>
              </a:spcAft>
              <a:buClr>
                <a:schemeClr val="lt1"/>
              </a:buClr>
              <a:buSzPts val="2200"/>
              <a:buChar char="•"/>
            </a:pPr>
            <a:r>
              <a:rPr lang="es-ES"/>
              <a:t>Se abre una ventana donde elegiremos que info vamos a traer desde Influxdb, podemos cambiar el nombre del panel, el tiempo de lectura, etc.</a:t>
            </a:r>
            <a:endParaRPr/>
          </a:p>
          <a:p>
            <a:pPr indent="-228600" lvl="0" marL="228600" rtl="0" algn="l">
              <a:lnSpc>
                <a:spcPct val="90000"/>
              </a:lnSpc>
              <a:spcBef>
                <a:spcPts val="1000"/>
              </a:spcBef>
              <a:spcAft>
                <a:spcPts val="0"/>
              </a:spcAft>
              <a:buClr>
                <a:schemeClr val="lt1"/>
              </a:buClr>
              <a:buSzPts val="2200"/>
              <a:buChar char="•"/>
            </a:pPr>
            <a:r>
              <a:rPr lang="es-ES"/>
              <a:t>Para meter los datos, volvemos a InfluxDB.</a:t>
            </a:r>
            <a:endParaRPr/>
          </a:p>
          <a:p>
            <a:pPr indent="-88900" lvl="0" marL="228600" rtl="0" algn="l">
              <a:lnSpc>
                <a:spcPct val="90000"/>
              </a:lnSpc>
              <a:spcBef>
                <a:spcPts val="1000"/>
              </a:spcBef>
              <a:spcAft>
                <a:spcPts val="0"/>
              </a:spcAft>
              <a:buClr>
                <a:schemeClr val="lt1"/>
              </a:buClr>
              <a:buSzPts val="2200"/>
              <a:buNone/>
            </a:pPr>
            <a:r>
              <a:t/>
            </a:r>
            <a:endParaRPr/>
          </a:p>
        </p:txBody>
      </p:sp>
      <p:pic>
        <p:nvPicPr>
          <p:cNvPr id="383" name="Google Shape;383;p25"/>
          <p:cNvPicPr preferRelativeResize="0"/>
          <p:nvPr/>
        </p:nvPicPr>
        <p:blipFill rotWithShape="1">
          <a:blip r:embed="rId3">
            <a:alphaModFix/>
          </a:blip>
          <a:srcRect b="0" l="0" r="0" t="0"/>
          <a:stretch/>
        </p:blipFill>
        <p:spPr>
          <a:xfrm>
            <a:off x="10621080" y="1876265"/>
            <a:ext cx="609653" cy="2209992"/>
          </a:xfrm>
          <a:prstGeom prst="rect">
            <a:avLst/>
          </a:prstGeom>
          <a:noFill/>
          <a:ln>
            <a:noFill/>
          </a:ln>
        </p:spPr>
      </p:pic>
      <p:sp>
        <p:nvSpPr>
          <p:cNvPr id="384" name="Google Shape;384;p25"/>
          <p:cNvSpPr/>
          <p:nvPr/>
        </p:nvSpPr>
        <p:spPr>
          <a:xfrm>
            <a:off x="10645530" y="2978759"/>
            <a:ext cx="423884" cy="412328"/>
          </a:xfrm>
          <a:prstGeom prst="rect">
            <a:avLst/>
          </a:prstGeom>
          <a:noFill/>
          <a:ln cap="flat" cmpd="sng" w="2857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pic>
        <p:nvPicPr>
          <p:cNvPr id="385" name="Google Shape;385;p25"/>
          <p:cNvPicPr preferRelativeResize="0"/>
          <p:nvPr/>
        </p:nvPicPr>
        <p:blipFill rotWithShape="1">
          <a:blip r:embed="rId4">
            <a:alphaModFix/>
          </a:blip>
          <a:srcRect b="0" l="0" r="0" t="0"/>
          <a:stretch/>
        </p:blipFill>
        <p:spPr>
          <a:xfrm>
            <a:off x="5641629" y="2622150"/>
            <a:ext cx="4703984" cy="1613699"/>
          </a:xfrm>
          <a:prstGeom prst="rect">
            <a:avLst/>
          </a:prstGeom>
          <a:noFill/>
          <a:ln>
            <a:noFill/>
          </a:ln>
        </p:spPr>
      </p:pic>
      <p:sp>
        <p:nvSpPr>
          <p:cNvPr id="386" name="Google Shape;386;p25"/>
          <p:cNvSpPr/>
          <p:nvPr/>
        </p:nvSpPr>
        <p:spPr>
          <a:xfrm>
            <a:off x="6451570" y="2981260"/>
            <a:ext cx="785475" cy="447739"/>
          </a:xfrm>
          <a:prstGeom prst="rect">
            <a:avLst/>
          </a:prstGeom>
          <a:noFill/>
          <a:ln cap="flat" cmpd="sng" w="2857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cxnSp>
        <p:nvCxnSpPr>
          <p:cNvPr id="387" name="Google Shape;387;p25"/>
          <p:cNvCxnSpPr/>
          <p:nvPr/>
        </p:nvCxnSpPr>
        <p:spPr>
          <a:xfrm>
            <a:off x="7799754" y="2383692"/>
            <a:ext cx="2821326" cy="836246"/>
          </a:xfrm>
          <a:prstGeom prst="straightConnector1">
            <a:avLst/>
          </a:prstGeom>
          <a:noFill/>
          <a:ln cap="flat" cmpd="sng" w="28575">
            <a:solidFill>
              <a:schemeClr val="accent1"/>
            </a:solidFill>
            <a:prstDash val="solid"/>
            <a:round/>
            <a:headEnd len="sm" w="sm" type="none"/>
            <a:tailEnd len="med" w="med" type="triangle"/>
          </a:ln>
        </p:spPr>
      </p:cxn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26"/>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4000"/>
              <a:buFont typeface="Century Gothic"/>
              <a:buNone/>
            </a:pPr>
            <a:r>
              <a:rPr lang="es-ES"/>
              <a:t>GRAFANA – MOSTRAR DATOS</a:t>
            </a:r>
            <a:endParaRPr/>
          </a:p>
        </p:txBody>
      </p:sp>
      <p:sp>
        <p:nvSpPr>
          <p:cNvPr id="393" name="Google Shape;393;p26"/>
          <p:cNvSpPr txBox="1"/>
          <p:nvPr>
            <p:ph idx="1" type="body"/>
          </p:nvPr>
        </p:nvSpPr>
        <p:spPr>
          <a:xfrm>
            <a:off x="685800" y="2194560"/>
            <a:ext cx="10820400" cy="402412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2200"/>
              <a:buChar char="•"/>
            </a:pPr>
            <a:r>
              <a:rPr lang="es-ES"/>
              <a:t>Vamos al notebook que tenemos creado en InfluxDB</a:t>
            </a:r>
            <a:endParaRPr/>
          </a:p>
          <a:p>
            <a:pPr indent="-228600" lvl="0" marL="228600" rtl="0" algn="l">
              <a:lnSpc>
                <a:spcPct val="90000"/>
              </a:lnSpc>
              <a:spcBef>
                <a:spcPts val="1000"/>
              </a:spcBef>
              <a:spcAft>
                <a:spcPts val="0"/>
              </a:spcAft>
              <a:buClr>
                <a:schemeClr val="lt1"/>
              </a:buClr>
              <a:buSzPts val="2200"/>
              <a:buChar char="•"/>
            </a:pPr>
            <a:r>
              <a:rPr lang="es-ES"/>
              <a:t>Cogemos los datos que queremos llevar a Grafana, por ejemplo, la Fuerza.</a:t>
            </a:r>
            <a:endParaRPr/>
          </a:p>
          <a:p>
            <a:pPr indent="-228600" lvl="0" marL="228600" rtl="0" algn="l">
              <a:lnSpc>
                <a:spcPct val="90000"/>
              </a:lnSpc>
              <a:spcBef>
                <a:spcPts val="1000"/>
              </a:spcBef>
              <a:spcAft>
                <a:spcPts val="0"/>
              </a:spcAft>
              <a:buClr>
                <a:schemeClr val="lt1"/>
              </a:buClr>
              <a:buSzPts val="2200"/>
              <a:buChar char="•"/>
            </a:pPr>
            <a:r>
              <a:rPr lang="es-ES"/>
              <a:t>En los tres puntos de arriba a la derecha 🡪 Convert to Flux</a:t>
            </a:r>
            <a:endParaRPr/>
          </a:p>
          <a:p>
            <a:pPr indent="-228600" lvl="0" marL="228600" rtl="0" algn="l">
              <a:lnSpc>
                <a:spcPct val="90000"/>
              </a:lnSpc>
              <a:spcBef>
                <a:spcPts val="1000"/>
              </a:spcBef>
              <a:spcAft>
                <a:spcPts val="0"/>
              </a:spcAft>
              <a:buClr>
                <a:schemeClr val="lt1"/>
              </a:buClr>
              <a:buSzPts val="2200"/>
              <a:buChar char="•"/>
            </a:pPr>
            <a:r>
              <a:rPr lang="es-ES"/>
              <a:t>Nos cambia la ventana y aparece código, lo copiamos.</a:t>
            </a:r>
            <a:endParaRPr/>
          </a:p>
        </p:txBody>
      </p:sp>
      <p:pic>
        <p:nvPicPr>
          <p:cNvPr id="394" name="Google Shape;394;p26"/>
          <p:cNvPicPr preferRelativeResize="0"/>
          <p:nvPr/>
        </p:nvPicPr>
        <p:blipFill rotWithShape="1">
          <a:blip r:embed="rId3">
            <a:alphaModFix/>
          </a:blip>
          <a:srcRect b="0" l="0" r="0" t="0"/>
          <a:stretch/>
        </p:blipFill>
        <p:spPr>
          <a:xfrm>
            <a:off x="4657273" y="4071463"/>
            <a:ext cx="7120512" cy="2284381"/>
          </a:xfrm>
          <a:prstGeom prst="rect">
            <a:avLst/>
          </a:prstGeom>
          <a:noFill/>
          <a:ln>
            <a:noFill/>
          </a:ln>
        </p:spPr>
      </p:pic>
      <p:pic>
        <p:nvPicPr>
          <p:cNvPr id="395" name="Google Shape;395;p26"/>
          <p:cNvPicPr preferRelativeResize="0"/>
          <p:nvPr/>
        </p:nvPicPr>
        <p:blipFill rotWithShape="1">
          <a:blip r:embed="rId4">
            <a:alphaModFix/>
          </a:blip>
          <a:srcRect b="0" l="0" r="0" t="0"/>
          <a:stretch/>
        </p:blipFill>
        <p:spPr>
          <a:xfrm>
            <a:off x="10273724" y="4161070"/>
            <a:ext cx="1441538" cy="2194774"/>
          </a:xfrm>
          <a:prstGeom prst="rect">
            <a:avLst/>
          </a:prstGeom>
          <a:noFill/>
          <a:ln>
            <a:noFill/>
          </a:ln>
        </p:spPr>
      </p:pic>
      <p:sp>
        <p:nvSpPr>
          <p:cNvPr id="396" name="Google Shape;396;p26"/>
          <p:cNvSpPr/>
          <p:nvPr/>
        </p:nvSpPr>
        <p:spPr>
          <a:xfrm>
            <a:off x="11376268" y="4299518"/>
            <a:ext cx="273539" cy="285571"/>
          </a:xfrm>
          <a:prstGeom prst="rect">
            <a:avLst/>
          </a:prstGeom>
          <a:noFill/>
          <a:ln cap="flat" cmpd="sng" w="2857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397" name="Google Shape;397;p26"/>
          <p:cNvSpPr/>
          <p:nvPr/>
        </p:nvSpPr>
        <p:spPr>
          <a:xfrm>
            <a:off x="10434514" y="5258457"/>
            <a:ext cx="866532" cy="227943"/>
          </a:xfrm>
          <a:prstGeom prst="rect">
            <a:avLst/>
          </a:prstGeom>
          <a:noFill/>
          <a:ln cap="flat" cmpd="sng" w="2857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pic>
        <p:nvPicPr>
          <p:cNvPr id="398" name="Google Shape;398;p26"/>
          <p:cNvPicPr preferRelativeResize="0"/>
          <p:nvPr/>
        </p:nvPicPr>
        <p:blipFill rotWithShape="1">
          <a:blip r:embed="rId5">
            <a:alphaModFix/>
          </a:blip>
          <a:srcRect b="0" l="0" r="0" t="0"/>
          <a:stretch/>
        </p:blipFill>
        <p:spPr>
          <a:xfrm>
            <a:off x="248223" y="4716695"/>
            <a:ext cx="4346527" cy="1230813"/>
          </a:xfrm>
          <a:prstGeom prst="rect">
            <a:avLst/>
          </a:prstGeom>
          <a:noFill/>
          <a:ln>
            <a:noFill/>
          </a:ln>
        </p:spPr>
      </p:pic>
      <p:cxnSp>
        <p:nvCxnSpPr>
          <p:cNvPr id="399" name="Google Shape;399;p26"/>
          <p:cNvCxnSpPr/>
          <p:nvPr/>
        </p:nvCxnSpPr>
        <p:spPr>
          <a:xfrm flipH="1">
            <a:off x="2895600" y="3860800"/>
            <a:ext cx="511908" cy="1000369"/>
          </a:xfrm>
          <a:prstGeom prst="straightConnector1">
            <a:avLst/>
          </a:prstGeom>
          <a:noFill/>
          <a:ln cap="flat" cmpd="sng" w="28575">
            <a:solidFill>
              <a:schemeClr val="accent1"/>
            </a:solidFill>
            <a:prstDash val="solid"/>
            <a:round/>
            <a:headEnd len="sm" w="sm" type="none"/>
            <a:tailEnd len="med" w="med" type="triangle"/>
          </a:ln>
        </p:spPr>
      </p:cxn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27"/>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4000"/>
              <a:buFont typeface="Century Gothic"/>
              <a:buNone/>
            </a:pPr>
            <a:r>
              <a:rPr lang="es-ES"/>
              <a:t>GRAFANA – MOSTRAR DATOS</a:t>
            </a:r>
            <a:endParaRPr/>
          </a:p>
        </p:txBody>
      </p:sp>
      <p:sp>
        <p:nvSpPr>
          <p:cNvPr id="405" name="Google Shape;405;p27"/>
          <p:cNvSpPr txBox="1"/>
          <p:nvPr>
            <p:ph idx="1" type="body"/>
          </p:nvPr>
        </p:nvSpPr>
        <p:spPr>
          <a:xfrm>
            <a:off x="685800" y="2194560"/>
            <a:ext cx="10820400" cy="402412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2200"/>
              <a:buChar char="•"/>
            </a:pPr>
            <a:r>
              <a:rPr lang="es-ES"/>
              <a:t>Volvemos a Grafana.</a:t>
            </a:r>
            <a:endParaRPr/>
          </a:p>
          <a:p>
            <a:pPr indent="-228600" lvl="0" marL="228600" rtl="0" algn="l">
              <a:lnSpc>
                <a:spcPct val="90000"/>
              </a:lnSpc>
              <a:spcBef>
                <a:spcPts val="1000"/>
              </a:spcBef>
              <a:spcAft>
                <a:spcPts val="0"/>
              </a:spcAft>
              <a:buClr>
                <a:schemeClr val="lt1"/>
              </a:buClr>
              <a:buSzPts val="2200"/>
              <a:buChar char="•"/>
            </a:pPr>
            <a:r>
              <a:rPr lang="es-ES"/>
              <a:t> Copiamos el código en la parte inferior</a:t>
            </a:r>
            <a:endParaRPr/>
          </a:p>
          <a:p>
            <a:pPr indent="-228600" lvl="0" marL="228600" rtl="0" algn="l">
              <a:lnSpc>
                <a:spcPct val="90000"/>
              </a:lnSpc>
              <a:spcBef>
                <a:spcPts val="1000"/>
              </a:spcBef>
              <a:spcAft>
                <a:spcPts val="0"/>
              </a:spcAft>
              <a:buClr>
                <a:schemeClr val="lt1"/>
              </a:buClr>
              <a:buSzPts val="2200"/>
              <a:buChar char="•"/>
            </a:pPr>
            <a:r>
              <a:rPr lang="es-ES"/>
              <a:t>Seleccionamos el tiempo de los datos</a:t>
            </a:r>
            <a:endParaRPr/>
          </a:p>
          <a:p>
            <a:pPr indent="-88900" lvl="0" marL="228600" rtl="0" algn="l">
              <a:lnSpc>
                <a:spcPct val="90000"/>
              </a:lnSpc>
              <a:spcBef>
                <a:spcPts val="1000"/>
              </a:spcBef>
              <a:spcAft>
                <a:spcPts val="0"/>
              </a:spcAft>
              <a:buClr>
                <a:schemeClr val="lt1"/>
              </a:buClr>
              <a:buSzPts val="2200"/>
              <a:buNone/>
            </a:pPr>
            <a:r>
              <a:t/>
            </a:r>
            <a:endParaRPr/>
          </a:p>
          <a:p>
            <a:pPr indent="-88900" lvl="0" marL="228600" rtl="0" algn="l">
              <a:lnSpc>
                <a:spcPct val="90000"/>
              </a:lnSpc>
              <a:spcBef>
                <a:spcPts val="1000"/>
              </a:spcBef>
              <a:spcAft>
                <a:spcPts val="0"/>
              </a:spcAft>
              <a:buClr>
                <a:schemeClr val="lt1"/>
              </a:buClr>
              <a:buSzPts val="2200"/>
              <a:buNone/>
            </a:pPr>
            <a:r>
              <a:t/>
            </a:r>
            <a:endParaRPr/>
          </a:p>
          <a:p>
            <a:pPr indent="-228600" lvl="0" marL="228600" rtl="0" algn="l">
              <a:lnSpc>
                <a:spcPct val="90000"/>
              </a:lnSpc>
              <a:spcBef>
                <a:spcPts val="1000"/>
              </a:spcBef>
              <a:spcAft>
                <a:spcPts val="0"/>
              </a:spcAft>
              <a:buClr>
                <a:schemeClr val="lt1"/>
              </a:buClr>
              <a:buSzPts val="2200"/>
              <a:buChar char="•"/>
            </a:pPr>
            <a:r>
              <a:rPr lang="es-ES"/>
              <a:t>Apply</a:t>
            </a:r>
            <a:endParaRPr/>
          </a:p>
          <a:p>
            <a:pPr indent="-228600" lvl="0" marL="228600" rtl="0" algn="l">
              <a:lnSpc>
                <a:spcPct val="90000"/>
              </a:lnSpc>
              <a:spcBef>
                <a:spcPts val="1000"/>
              </a:spcBef>
              <a:spcAft>
                <a:spcPts val="0"/>
              </a:spcAft>
              <a:buClr>
                <a:schemeClr val="lt1"/>
              </a:buClr>
              <a:buSzPts val="2200"/>
              <a:buChar char="•"/>
            </a:pPr>
            <a:r>
              <a:rPr lang="es-ES"/>
              <a:t>Podemos mirar la grafica clickando en ella y arrastrando.</a:t>
            </a:r>
            <a:endParaRPr/>
          </a:p>
          <a:p>
            <a:pPr indent="-228600" lvl="0" marL="228600" rtl="0" algn="l">
              <a:lnSpc>
                <a:spcPct val="90000"/>
              </a:lnSpc>
              <a:spcBef>
                <a:spcPts val="1000"/>
              </a:spcBef>
              <a:spcAft>
                <a:spcPts val="0"/>
              </a:spcAft>
              <a:buClr>
                <a:schemeClr val="lt1"/>
              </a:buClr>
              <a:buSzPts val="2200"/>
              <a:buChar char="•"/>
            </a:pPr>
            <a:r>
              <a:rPr lang="es-ES"/>
              <a:t>A la izquierda podemos cambiar distintos parámetros de las gráficas.</a:t>
            </a:r>
            <a:endParaRPr/>
          </a:p>
          <a:p>
            <a:pPr indent="-228600" lvl="0" marL="228600" rtl="0" algn="l">
              <a:lnSpc>
                <a:spcPct val="90000"/>
              </a:lnSpc>
              <a:spcBef>
                <a:spcPts val="1000"/>
              </a:spcBef>
              <a:spcAft>
                <a:spcPts val="0"/>
              </a:spcAft>
              <a:buClr>
                <a:schemeClr val="lt1"/>
              </a:buClr>
              <a:buSzPts val="2200"/>
              <a:buChar char="•"/>
            </a:pPr>
            <a:r>
              <a:rPr lang="es-ES"/>
              <a:t>Si no nos muestra todos los puntos 🡪</a:t>
            </a:r>
            <a:endParaRPr/>
          </a:p>
        </p:txBody>
      </p:sp>
      <p:pic>
        <p:nvPicPr>
          <p:cNvPr id="406" name="Google Shape;406;p27"/>
          <p:cNvPicPr preferRelativeResize="0"/>
          <p:nvPr/>
        </p:nvPicPr>
        <p:blipFill rotWithShape="1">
          <a:blip r:embed="rId3">
            <a:alphaModFix/>
          </a:blip>
          <a:srcRect b="0" l="0" r="0" t="0"/>
          <a:stretch/>
        </p:blipFill>
        <p:spPr>
          <a:xfrm>
            <a:off x="6806441" y="2152539"/>
            <a:ext cx="4877602" cy="2263153"/>
          </a:xfrm>
          <a:prstGeom prst="rect">
            <a:avLst/>
          </a:prstGeom>
          <a:noFill/>
          <a:ln>
            <a:noFill/>
          </a:ln>
        </p:spPr>
      </p:pic>
      <p:pic>
        <p:nvPicPr>
          <p:cNvPr id="407" name="Google Shape;407;p27"/>
          <p:cNvPicPr preferRelativeResize="0"/>
          <p:nvPr/>
        </p:nvPicPr>
        <p:blipFill rotWithShape="1">
          <a:blip r:embed="rId4">
            <a:alphaModFix/>
          </a:blip>
          <a:srcRect b="0" l="0" r="0" t="0"/>
          <a:stretch/>
        </p:blipFill>
        <p:spPr>
          <a:xfrm>
            <a:off x="617457" y="3429000"/>
            <a:ext cx="5814564" cy="815411"/>
          </a:xfrm>
          <a:prstGeom prst="rect">
            <a:avLst/>
          </a:prstGeom>
          <a:noFill/>
          <a:ln>
            <a:noFill/>
          </a:ln>
        </p:spPr>
      </p:pic>
      <p:pic>
        <p:nvPicPr>
          <p:cNvPr id="408" name="Google Shape;408;p27"/>
          <p:cNvPicPr preferRelativeResize="0"/>
          <p:nvPr/>
        </p:nvPicPr>
        <p:blipFill rotWithShape="1">
          <a:blip r:embed="rId5">
            <a:alphaModFix/>
          </a:blip>
          <a:srcRect b="0" l="0" r="0" t="0"/>
          <a:stretch/>
        </p:blipFill>
        <p:spPr>
          <a:xfrm>
            <a:off x="6096000" y="5594421"/>
            <a:ext cx="4366638" cy="807790"/>
          </a:xfrm>
          <a:prstGeom prst="rect">
            <a:avLst/>
          </a:prstGeom>
          <a:noFill/>
          <a:ln>
            <a:noFill/>
          </a:ln>
        </p:spPr>
      </p:pic>
      <p:sp>
        <p:nvSpPr>
          <p:cNvPr id="409" name="Google Shape;409;p27"/>
          <p:cNvSpPr/>
          <p:nvPr/>
        </p:nvSpPr>
        <p:spPr>
          <a:xfrm>
            <a:off x="7679405" y="6050519"/>
            <a:ext cx="1042564" cy="305325"/>
          </a:xfrm>
          <a:prstGeom prst="rect">
            <a:avLst/>
          </a:prstGeom>
          <a:noFill/>
          <a:ln cap="flat" cmpd="sng" w="2857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28"/>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4000"/>
              <a:buFont typeface="Century Gothic"/>
              <a:buNone/>
            </a:pPr>
            <a:r>
              <a:rPr lang="es-ES"/>
              <a:t>GRAFANA – MOSTRAR DATOS</a:t>
            </a:r>
            <a:endParaRPr/>
          </a:p>
        </p:txBody>
      </p:sp>
      <p:sp>
        <p:nvSpPr>
          <p:cNvPr id="415" name="Google Shape;415;p28"/>
          <p:cNvSpPr txBox="1"/>
          <p:nvPr>
            <p:ph idx="1" type="body"/>
          </p:nvPr>
        </p:nvSpPr>
        <p:spPr>
          <a:xfrm>
            <a:off x="685800" y="2194560"/>
            <a:ext cx="10820400" cy="2518117"/>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2200"/>
              <a:buChar char="•"/>
            </a:pPr>
            <a:r>
              <a:rPr lang="es-ES"/>
              <a:t>Por ejemplo, si queremos mostrar en la misma gráfica dos datos, como pueden ser la media de la fuerza en el eje Z (TV2) y la desviación estándar de esa fuerza (TV2_std).</a:t>
            </a:r>
            <a:endParaRPr/>
          </a:p>
          <a:p>
            <a:pPr indent="-228600" lvl="0" marL="228600" rtl="0" algn="l">
              <a:lnSpc>
                <a:spcPct val="90000"/>
              </a:lnSpc>
              <a:spcBef>
                <a:spcPts val="1000"/>
              </a:spcBef>
              <a:spcAft>
                <a:spcPts val="0"/>
              </a:spcAft>
              <a:buClr>
                <a:schemeClr val="lt1"/>
              </a:buClr>
              <a:buSzPts val="2200"/>
              <a:buChar char="•"/>
            </a:pPr>
            <a:r>
              <a:rPr lang="es-ES"/>
              <a:t>Seguimos el procedimiento mostrado en las diapositivas anteriores, seleccionando en InfluxDB las dos variables.</a:t>
            </a:r>
            <a:endParaRPr/>
          </a:p>
          <a:p>
            <a:pPr indent="-228600" lvl="0" marL="228600" rtl="0" algn="l">
              <a:lnSpc>
                <a:spcPct val="90000"/>
              </a:lnSpc>
              <a:spcBef>
                <a:spcPts val="1000"/>
              </a:spcBef>
              <a:spcAft>
                <a:spcPts val="0"/>
              </a:spcAft>
              <a:buClr>
                <a:schemeClr val="lt1"/>
              </a:buClr>
              <a:buSzPts val="2200"/>
              <a:buChar char="•"/>
            </a:pPr>
            <a:r>
              <a:rPr lang="es-ES"/>
              <a:t>En grafana, nos muestra los datos juntos, a pesar de que las unidades no son las mismas para ambas variables.</a:t>
            </a:r>
            <a:endParaRPr/>
          </a:p>
        </p:txBody>
      </p:sp>
      <p:pic>
        <p:nvPicPr>
          <p:cNvPr id="416" name="Google Shape;416;p28"/>
          <p:cNvPicPr preferRelativeResize="0"/>
          <p:nvPr/>
        </p:nvPicPr>
        <p:blipFill rotWithShape="1">
          <a:blip r:embed="rId3">
            <a:alphaModFix/>
          </a:blip>
          <a:srcRect b="0" l="0" r="0" t="0"/>
          <a:stretch/>
        </p:blipFill>
        <p:spPr>
          <a:xfrm>
            <a:off x="7792317" y="4471443"/>
            <a:ext cx="3969838" cy="1747242"/>
          </a:xfrm>
          <a:prstGeom prst="rect">
            <a:avLst/>
          </a:prstGeom>
          <a:noFill/>
          <a:ln>
            <a:noFill/>
          </a:ln>
        </p:spPr>
      </p:pic>
      <p:sp>
        <p:nvSpPr>
          <p:cNvPr id="417" name="Google Shape;417;p28"/>
          <p:cNvSpPr txBox="1"/>
          <p:nvPr/>
        </p:nvSpPr>
        <p:spPr>
          <a:xfrm>
            <a:off x="875322" y="4665169"/>
            <a:ext cx="6791569"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1800">
                <a:solidFill>
                  <a:schemeClr val="lt1"/>
                </a:solidFill>
                <a:latin typeface="Century Gothic"/>
                <a:ea typeface="Century Gothic"/>
                <a:cs typeface="Century Gothic"/>
                <a:sym typeface="Century Gothic"/>
              </a:rPr>
              <a:t>Para poder trabajar con cada gráfica por separado, debemos elegir la opción 🡪 Overrides</a:t>
            </a:r>
            <a:endParaRPr sz="1800">
              <a:solidFill>
                <a:schemeClr val="lt1"/>
              </a:solidFill>
              <a:latin typeface="Century Gothic"/>
              <a:ea typeface="Century Gothic"/>
              <a:cs typeface="Century Gothic"/>
              <a:sym typeface="Century Gothic"/>
            </a:endParaRPr>
          </a:p>
        </p:txBody>
      </p:sp>
      <p:pic>
        <p:nvPicPr>
          <p:cNvPr id="418" name="Google Shape;418;p28"/>
          <p:cNvPicPr preferRelativeResize="0"/>
          <p:nvPr/>
        </p:nvPicPr>
        <p:blipFill rotWithShape="1">
          <a:blip r:embed="rId4">
            <a:alphaModFix/>
          </a:blip>
          <a:srcRect b="0" l="0" r="0" t="0"/>
          <a:stretch/>
        </p:blipFill>
        <p:spPr>
          <a:xfrm>
            <a:off x="3084666" y="5507171"/>
            <a:ext cx="3787468" cy="861135"/>
          </a:xfrm>
          <a:prstGeom prst="rect">
            <a:avLst/>
          </a:prstGeom>
          <a:noFill/>
          <a:ln>
            <a:noFill/>
          </a:ln>
        </p:spPr>
      </p:pic>
      <p:sp>
        <p:nvSpPr>
          <p:cNvPr id="419" name="Google Shape;419;p28"/>
          <p:cNvSpPr/>
          <p:nvPr/>
        </p:nvSpPr>
        <p:spPr>
          <a:xfrm>
            <a:off x="4978400" y="6042839"/>
            <a:ext cx="1914770" cy="351692"/>
          </a:xfrm>
          <a:prstGeom prst="rect">
            <a:avLst/>
          </a:prstGeom>
          <a:noFill/>
          <a:ln cap="flat" cmpd="sng" w="2857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29"/>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4000"/>
              <a:buFont typeface="Century Gothic"/>
              <a:buNone/>
            </a:pPr>
            <a:r>
              <a:rPr lang="es-ES"/>
              <a:t>GRAFANA – MOSTRAR DATOS</a:t>
            </a:r>
            <a:endParaRPr/>
          </a:p>
        </p:txBody>
      </p:sp>
      <p:sp>
        <p:nvSpPr>
          <p:cNvPr id="425" name="Google Shape;425;p29"/>
          <p:cNvSpPr txBox="1"/>
          <p:nvPr>
            <p:ph idx="1" type="body"/>
          </p:nvPr>
        </p:nvSpPr>
        <p:spPr>
          <a:xfrm>
            <a:off x="685800" y="2194560"/>
            <a:ext cx="10820400" cy="402412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2200"/>
              <a:buChar char="•"/>
            </a:pPr>
            <a:r>
              <a:rPr lang="es-ES"/>
              <a:t>Esta opción nos va a permitir poner cada variable en una de los ejes, así como modificar cada una de las variables.</a:t>
            </a:r>
            <a:endParaRPr/>
          </a:p>
          <a:p>
            <a:pPr indent="-228600" lvl="0" marL="228600" rtl="0" algn="l">
              <a:lnSpc>
                <a:spcPct val="90000"/>
              </a:lnSpc>
              <a:spcBef>
                <a:spcPts val="1000"/>
              </a:spcBef>
              <a:spcAft>
                <a:spcPts val="0"/>
              </a:spcAft>
              <a:buClr>
                <a:schemeClr val="lt1"/>
              </a:buClr>
              <a:buSzPts val="2200"/>
              <a:buChar char="•"/>
            </a:pPr>
            <a:r>
              <a:rPr lang="es-ES"/>
              <a:t>Conseguiremos que la gráfica se muestre de la manera que buscamos.</a:t>
            </a:r>
            <a:endParaRPr/>
          </a:p>
          <a:p>
            <a:pPr indent="-88900" lvl="0" marL="228600" rtl="0" algn="l">
              <a:lnSpc>
                <a:spcPct val="90000"/>
              </a:lnSpc>
              <a:spcBef>
                <a:spcPts val="1000"/>
              </a:spcBef>
              <a:spcAft>
                <a:spcPts val="0"/>
              </a:spcAft>
              <a:buClr>
                <a:schemeClr val="lt1"/>
              </a:buClr>
              <a:buSzPts val="2200"/>
              <a:buNone/>
            </a:pPr>
            <a:r>
              <a:t/>
            </a:r>
            <a:endParaRPr/>
          </a:p>
        </p:txBody>
      </p:sp>
      <p:pic>
        <p:nvPicPr>
          <p:cNvPr id="426" name="Google Shape;426;p29"/>
          <p:cNvPicPr preferRelativeResize="0"/>
          <p:nvPr/>
        </p:nvPicPr>
        <p:blipFill rotWithShape="1">
          <a:blip r:embed="rId3">
            <a:alphaModFix/>
          </a:blip>
          <a:srcRect b="0" l="0" r="0" t="0"/>
          <a:stretch/>
        </p:blipFill>
        <p:spPr>
          <a:xfrm>
            <a:off x="8913775" y="3429000"/>
            <a:ext cx="2358005" cy="2926844"/>
          </a:xfrm>
          <a:prstGeom prst="rect">
            <a:avLst/>
          </a:prstGeom>
          <a:noFill/>
          <a:ln>
            <a:noFill/>
          </a:ln>
        </p:spPr>
      </p:pic>
      <p:pic>
        <p:nvPicPr>
          <p:cNvPr id="427" name="Google Shape;427;p29"/>
          <p:cNvPicPr preferRelativeResize="0"/>
          <p:nvPr/>
        </p:nvPicPr>
        <p:blipFill rotWithShape="1">
          <a:blip r:embed="rId4">
            <a:alphaModFix/>
          </a:blip>
          <a:srcRect b="0" l="0" r="0" t="0"/>
          <a:stretch/>
        </p:blipFill>
        <p:spPr>
          <a:xfrm>
            <a:off x="1296868" y="3429000"/>
            <a:ext cx="6690940" cy="3025402"/>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30"/>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4000"/>
              <a:buFont typeface="Century Gothic"/>
              <a:buNone/>
            </a:pPr>
            <a:r>
              <a:rPr lang="es-ES"/>
              <a:t>GRAFANA – MOSTRAR DATOS</a:t>
            </a:r>
            <a:endParaRPr/>
          </a:p>
        </p:txBody>
      </p:sp>
      <p:sp>
        <p:nvSpPr>
          <p:cNvPr id="433" name="Google Shape;433;p30"/>
          <p:cNvSpPr txBox="1"/>
          <p:nvPr>
            <p:ph idx="1" type="body"/>
          </p:nvPr>
        </p:nvSpPr>
        <p:spPr>
          <a:xfrm>
            <a:off x="685800" y="2194560"/>
            <a:ext cx="6895123" cy="4128086"/>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2200"/>
              <a:buChar char="•"/>
            </a:pPr>
            <a:r>
              <a:rPr lang="es-ES"/>
              <a:t>En la parte superior, en Time series, podemos seleccionar otro tipo de gráfica, según la que nos interese mostrar.</a:t>
            </a:r>
            <a:endParaRPr/>
          </a:p>
          <a:p>
            <a:pPr indent="-228600" lvl="0" marL="228600" rtl="0" algn="l">
              <a:lnSpc>
                <a:spcPct val="90000"/>
              </a:lnSpc>
              <a:spcBef>
                <a:spcPts val="1000"/>
              </a:spcBef>
              <a:spcAft>
                <a:spcPts val="0"/>
              </a:spcAft>
              <a:buClr>
                <a:schemeClr val="lt1"/>
              </a:buClr>
              <a:buSzPts val="2200"/>
              <a:buChar char="•"/>
            </a:pPr>
            <a:r>
              <a:rPr lang="es-ES"/>
              <a:t>En un mismo Dashboard podemos tener múltiples paneles.</a:t>
            </a:r>
            <a:endParaRPr/>
          </a:p>
        </p:txBody>
      </p:sp>
      <p:pic>
        <p:nvPicPr>
          <p:cNvPr id="434" name="Google Shape;434;p30"/>
          <p:cNvPicPr preferRelativeResize="0"/>
          <p:nvPr/>
        </p:nvPicPr>
        <p:blipFill rotWithShape="1">
          <a:blip r:embed="rId3">
            <a:alphaModFix/>
          </a:blip>
          <a:srcRect b="0" l="0" r="0" t="0"/>
          <a:stretch/>
        </p:blipFill>
        <p:spPr>
          <a:xfrm>
            <a:off x="7742538" y="1850714"/>
            <a:ext cx="3763662" cy="4711816"/>
          </a:xfrm>
          <a:prstGeom prst="rect">
            <a:avLst/>
          </a:prstGeom>
          <a:noFill/>
          <a:ln>
            <a:noFill/>
          </a:ln>
        </p:spPr>
      </p:pic>
      <p:pic>
        <p:nvPicPr>
          <p:cNvPr id="435" name="Google Shape;435;p30"/>
          <p:cNvPicPr preferRelativeResize="0"/>
          <p:nvPr/>
        </p:nvPicPr>
        <p:blipFill rotWithShape="1">
          <a:blip r:embed="rId4">
            <a:alphaModFix/>
          </a:blip>
          <a:srcRect b="0" l="0" r="0" t="0"/>
          <a:stretch/>
        </p:blipFill>
        <p:spPr>
          <a:xfrm>
            <a:off x="976923" y="4001476"/>
            <a:ext cx="5349768" cy="2759421"/>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31"/>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4000"/>
              <a:buFont typeface="Century Gothic"/>
              <a:buNone/>
            </a:pPr>
            <a:r>
              <a:rPr lang="es-ES"/>
              <a:t>MOSTRAR DATOS EN TIEMPO REAL (STREAMING) CON PYTHON</a:t>
            </a:r>
            <a:endParaRPr/>
          </a:p>
        </p:txBody>
      </p:sp>
      <p:sp>
        <p:nvSpPr>
          <p:cNvPr id="441" name="Google Shape;441;p31"/>
          <p:cNvSpPr txBox="1"/>
          <p:nvPr>
            <p:ph idx="1" type="body"/>
          </p:nvPr>
        </p:nvSpPr>
        <p:spPr>
          <a:xfrm>
            <a:off x="685800" y="2194560"/>
            <a:ext cx="10820400" cy="402412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2200"/>
              <a:buChar char="•"/>
            </a:pPr>
            <a:r>
              <a:rPr lang="es-ES"/>
              <a:t>Para mostrar datos en grafana en tiempo real, necesitamos también cambiar la manera de introducir los datos en InfluxDB, ya que ahora no tendremos un CSV “cerrado”, si no que los datos se irán actualizando en cada momento.</a:t>
            </a:r>
            <a:endParaRPr/>
          </a:p>
          <a:p>
            <a:pPr indent="-228600" lvl="0" marL="228600" rtl="0" algn="l">
              <a:lnSpc>
                <a:spcPct val="90000"/>
              </a:lnSpc>
              <a:spcBef>
                <a:spcPts val="1000"/>
              </a:spcBef>
              <a:spcAft>
                <a:spcPts val="0"/>
              </a:spcAft>
              <a:buClr>
                <a:schemeClr val="lt1"/>
              </a:buClr>
              <a:buSzPts val="2200"/>
              <a:buChar char="•"/>
            </a:pPr>
            <a:r>
              <a:rPr lang="es-ES"/>
              <a:t>Vamos a hacer el </a:t>
            </a:r>
            <a:r>
              <a:rPr b="1" lang="es-ES" u="sng"/>
              <a:t>primer ejemplo </a:t>
            </a:r>
            <a:r>
              <a:rPr lang="es-ES"/>
              <a:t>con un archivo que crea ruido, pero la forma de trabajar será muy similar si tenemos un sensor, un robot o cualquier elemento que nos de información cada x tiempo.</a:t>
            </a:r>
            <a:endParaRPr/>
          </a:p>
          <a:p>
            <a:pPr indent="-228600" lvl="0" marL="228600" rtl="0" algn="l">
              <a:lnSpc>
                <a:spcPct val="90000"/>
              </a:lnSpc>
              <a:spcBef>
                <a:spcPts val="1000"/>
              </a:spcBef>
              <a:spcAft>
                <a:spcPts val="0"/>
              </a:spcAft>
              <a:buClr>
                <a:schemeClr val="lt1"/>
              </a:buClr>
              <a:buSzPts val="2200"/>
              <a:buChar char="•"/>
            </a:pPr>
            <a:r>
              <a:rPr lang="es-ES"/>
              <a:t>Utilizamos de muestra el archivo: “prensa-to-influx” como ejemplo.</a:t>
            </a:r>
            <a:endParaRPr/>
          </a:p>
          <a:p>
            <a:pPr indent="-228600" lvl="0" marL="228600" rtl="0" algn="l">
              <a:lnSpc>
                <a:spcPct val="90000"/>
              </a:lnSpc>
              <a:spcBef>
                <a:spcPts val="1000"/>
              </a:spcBef>
              <a:spcAft>
                <a:spcPts val="0"/>
              </a:spcAft>
              <a:buClr>
                <a:schemeClr val="lt1"/>
              </a:buClr>
              <a:buSzPts val="2200"/>
              <a:buChar char="•"/>
            </a:pPr>
            <a:r>
              <a:rPr lang="es-ES"/>
              <a:t>Puede ser que tengamos un archivo histórico inicial, la forma de cargar esa info es igual que antes, tanto en grafana como en InfluxDB.</a:t>
            </a:r>
            <a:endParaRPr/>
          </a:p>
          <a:p>
            <a:pPr indent="0" lvl="0" marL="0" rtl="0" algn="l">
              <a:lnSpc>
                <a:spcPct val="90000"/>
              </a:lnSpc>
              <a:spcBef>
                <a:spcPts val="1000"/>
              </a:spcBef>
              <a:spcAft>
                <a:spcPts val="0"/>
              </a:spcAft>
              <a:buClr>
                <a:schemeClr val="lt1"/>
              </a:buClr>
              <a:buSzPts val="2200"/>
              <a:buNone/>
            </a:pPr>
            <a:r>
              <a:t/>
            </a:r>
            <a:endParaRPr/>
          </a:p>
          <a:p>
            <a:pPr indent="-88900" lvl="0" marL="228600" rtl="0" algn="l">
              <a:lnSpc>
                <a:spcPct val="90000"/>
              </a:lnSpc>
              <a:spcBef>
                <a:spcPts val="1000"/>
              </a:spcBef>
              <a:spcAft>
                <a:spcPts val="0"/>
              </a:spcAft>
              <a:buClr>
                <a:schemeClr val="lt1"/>
              </a:buClr>
              <a:buSzPts val="2200"/>
              <a:buNone/>
            </a:pPr>
            <a:r>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32"/>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4000"/>
              <a:buFont typeface="Century Gothic"/>
              <a:buNone/>
            </a:pPr>
            <a:r>
              <a:rPr lang="es-ES"/>
              <a:t>MOSTRAR DATOS EN TIEMPO REAL (STREAMING)</a:t>
            </a:r>
            <a:endParaRPr/>
          </a:p>
        </p:txBody>
      </p:sp>
      <p:sp>
        <p:nvSpPr>
          <p:cNvPr id="447" name="Google Shape;447;p32"/>
          <p:cNvSpPr txBox="1"/>
          <p:nvPr>
            <p:ph idx="1" type="body"/>
          </p:nvPr>
        </p:nvSpPr>
        <p:spPr>
          <a:xfrm>
            <a:off x="685800" y="2055839"/>
            <a:ext cx="10820400" cy="1955409"/>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2200"/>
              <a:buChar char="•"/>
            </a:pPr>
            <a:r>
              <a:rPr lang="es-ES"/>
              <a:t>Para cargar archivos en streaming:</a:t>
            </a:r>
            <a:endParaRPr/>
          </a:p>
          <a:p>
            <a:pPr indent="-228600" lvl="0" marL="228600" rtl="0" algn="l">
              <a:lnSpc>
                <a:spcPct val="90000"/>
              </a:lnSpc>
              <a:spcBef>
                <a:spcPts val="1000"/>
              </a:spcBef>
              <a:spcAft>
                <a:spcPts val="0"/>
              </a:spcAft>
              <a:buClr>
                <a:schemeClr val="lt1"/>
              </a:buClr>
              <a:buSzPts val="2200"/>
              <a:buChar char="•"/>
            </a:pPr>
            <a:r>
              <a:rPr lang="es-ES"/>
              <a:t>Importamos las siguiente funciones, y definimos las variables mu y sigma.</a:t>
            </a:r>
            <a:endParaRPr/>
          </a:p>
          <a:p>
            <a:pPr indent="-88900" lvl="0" marL="228600" rtl="0" algn="l">
              <a:lnSpc>
                <a:spcPct val="90000"/>
              </a:lnSpc>
              <a:spcBef>
                <a:spcPts val="1000"/>
              </a:spcBef>
              <a:spcAft>
                <a:spcPts val="0"/>
              </a:spcAft>
              <a:buClr>
                <a:schemeClr val="lt1"/>
              </a:buClr>
              <a:buSzPts val="2200"/>
              <a:buNone/>
            </a:pPr>
            <a:r>
              <a:t/>
            </a:r>
            <a:endParaRPr/>
          </a:p>
          <a:p>
            <a:pPr indent="-88900" lvl="0" marL="228600" rtl="0" algn="l">
              <a:lnSpc>
                <a:spcPct val="90000"/>
              </a:lnSpc>
              <a:spcBef>
                <a:spcPts val="1000"/>
              </a:spcBef>
              <a:spcAft>
                <a:spcPts val="0"/>
              </a:spcAft>
              <a:buClr>
                <a:schemeClr val="lt1"/>
              </a:buClr>
              <a:buSzPts val="2200"/>
              <a:buNone/>
            </a:pPr>
            <a:r>
              <a:t/>
            </a:r>
            <a:endParaRPr/>
          </a:p>
          <a:p>
            <a:pPr indent="-88900" lvl="0" marL="228600" rtl="0" algn="l">
              <a:lnSpc>
                <a:spcPct val="90000"/>
              </a:lnSpc>
              <a:spcBef>
                <a:spcPts val="1000"/>
              </a:spcBef>
              <a:spcAft>
                <a:spcPts val="0"/>
              </a:spcAft>
              <a:buClr>
                <a:schemeClr val="lt1"/>
              </a:buClr>
              <a:buSzPts val="2200"/>
              <a:buNone/>
            </a:pPr>
            <a:r>
              <a:t/>
            </a:r>
            <a:endParaRPr/>
          </a:p>
          <a:p>
            <a:pPr indent="-88900" lvl="0" marL="228600" rtl="0" algn="l">
              <a:lnSpc>
                <a:spcPct val="90000"/>
              </a:lnSpc>
              <a:spcBef>
                <a:spcPts val="1000"/>
              </a:spcBef>
              <a:spcAft>
                <a:spcPts val="0"/>
              </a:spcAft>
              <a:buClr>
                <a:schemeClr val="lt1"/>
              </a:buClr>
              <a:buSzPts val="2200"/>
              <a:buNone/>
            </a:pPr>
            <a:r>
              <a:t/>
            </a:r>
            <a:endParaRPr/>
          </a:p>
        </p:txBody>
      </p:sp>
      <p:pic>
        <p:nvPicPr>
          <p:cNvPr id="448" name="Google Shape;448;p32"/>
          <p:cNvPicPr preferRelativeResize="0"/>
          <p:nvPr/>
        </p:nvPicPr>
        <p:blipFill rotWithShape="1">
          <a:blip r:embed="rId3">
            <a:alphaModFix/>
          </a:blip>
          <a:srcRect b="0" l="0" r="0" t="0"/>
          <a:stretch/>
        </p:blipFill>
        <p:spPr>
          <a:xfrm>
            <a:off x="1277891" y="2903058"/>
            <a:ext cx="2758679" cy="891617"/>
          </a:xfrm>
          <a:prstGeom prst="rect">
            <a:avLst/>
          </a:prstGeom>
          <a:noFill/>
          <a:ln>
            <a:noFill/>
          </a:ln>
        </p:spPr>
      </p:pic>
      <p:pic>
        <p:nvPicPr>
          <p:cNvPr id="449" name="Google Shape;449;p32"/>
          <p:cNvPicPr preferRelativeResize="0"/>
          <p:nvPr/>
        </p:nvPicPr>
        <p:blipFill rotWithShape="1">
          <a:blip r:embed="rId4">
            <a:alphaModFix/>
          </a:blip>
          <a:srcRect b="0" l="0" r="0" t="0"/>
          <a:stretch/>
        </p:blipFill>
        <p:spPr>
          <a:xfrm>
            <a:off x="5863524" y="3785501"/>
            <a:ext cx="5604398" cy="2763929"/>
          </a:xfrm>
          <a:prstGeom prst="rect">
            <a:avLst/>
          </a:prstGeom>
          <a:noFill/>
          <a:ln>
            <a:noFill/>
          </a:ln>
        </p:spPr>
      </p:pic>
      <p:sp>
        <p:nvSpPr>
          <p:cNvPr id="450" name="Google Shape;450;p32"/>
          <p:cNvSpPr txBox="1"/>
          <p:nvPr/>
        </p:nvSpPr>
        <p:spPr>
          <a:xfrm>
            <a:off x="685800" y="3889590"/>
            <a:ext cx="5093047" cy="2826247"/>
          </a:xfrm>
          <a:prstGeom prst="rect">
            <a:avLst/>
          </a:prstGeom>
          <a:noFill/>
          <a:ln>
            <a:noFill/>
          </a:ln>
        </p:spPr>
        <p:txBody>
          <a:bodyPr anchorCtr="0" anchor="t" bIns="45700" lIns="91425" spcFirstLastPara="1" rIns="91425" wrap="square" tIns="45700">
            <a:normAutofit lnSpcReduction="10000"/>
          </a:bodyPr>
          <a:lstStyle/>
          <a:p>
            <a:pPr indent="-228600" lvl="0" marL="228600" marR="0" rtl="0" algn="l">
              <a:lnSpc>
                <a:spcPct val="90000"/>
              </a:lnSpc>
              <a:spcBef>
                <a:spcPts val="0"/>
              </a:spcBef>
              <a:spcAft>
                <a:spcPts val="0"/>
              </a:spcAft>
              <a:buClr>
                <a:schemeClr val="lt1"/>
              </a:buClr>
              <a:buSzPts val="2200"/>
              <a:buFont typeface="Arial"/>
              <a:buChar char="•"/>
            </a:pPr>
            <a:r>
              <a:rPr lang="es-ES" sz="2200">
                <a:solidFill>
                  <a:schemeClr val="lt1"/>
                </a:solidFill>
                <a:latin typeface="Century Gothic"/>
                <a:ea typeface="Century Gothic"/>
                <a:cs typeface="Century Gothic"/>
                <a:sym typeface="Century Gothic"/>
              </a:rPr>
              <a:t>Al ejecutar la siguiente parte del código, con los últimos valores de las variables, les mete ruido para crear una variación</a:t>
            </a:r>
            <a:endParaRPr/>
          </a:p>
          <a:p>
            <a:pPr indent="-228600" lvl="0" marL="228600" marR="0" rtl="0" algn="l">
              <a:lnSpc>
                <a:spcPct val="90000"/>
              </a:lnSpc>
              <a:spcBef>
                <a:spcPts val="1000"/>
              </a:spcBef>
              <a:spcAft>
                <a:spcPts val="0"/>
              </a:spcAft>
              <a:buClr>
                <a:schemeClr val="lt1"/>
              </a:buClr>
              <a:buSzPts val="2200"/>
              <a:buFont typeface="Arial"/>
              <a:buChar char="•"/>
            </a:pPr>
            <a:r>
              <a:rPr lang="es-ES" sz="2200">
                <a:solidFill>
                  <a:schemeClr val="lt1"/>
                </a:solidFill>
                <a:latin typeface="Century Gothic"/>
                <a:ea typeface="Century Gothic"/>
                <a:cs typeface="Century Gothic"/>
                <a:sym typeface="Century Gothic"/>
              </a:rPr>
              <a:t>A su vez, escribe los datos en un dataframe, para después concatenarlos a los datos que teníamos antes.</a:t>
            </a:r>
            <a:endParaRPr/>
          </a:p>
          <a:p>
            <a:pPr indent="-228600" lvl="0" marL="228600" marR="0" rtl="0" algn="l">
              <a:lnSpc>
                <a:spcPct val="90000"/>
              </a:lnSpc>
              <a:spcBef>
                <a:spcPts val="1000"/>
              </a:spcBef>
              <a:spcAft>
                <a:spcPts val="0"/>
              </a:spcAft>
              <a:buClr>
                <a:schemeClr val="lt1"/>
              </a:buClr>
              <a:buSzPts val="2200"/>
              <a:buFont typeface="Arial"/>
              <a:buChar char="•"/>
            </a:pPr>
            <a:r>
              <a:rPr lang="es-ES" sz="2200">
                <a:solidFill>
                  <a:schemeClr val="lt1"/>
                </a:solidFill>
                <a:latin typeface="Century Gothic"/>
                <a:ea typeface="Century Gothic"/>
                <a:cs typeface="Century Gothic"/>
                <a:sym typeface="Century Gothic"/>
              </a:rPr>
              <a:t>Finalmente, los sube a influxdb.</a:t>
            </a:r>
            <a:endParaRPr/>
          </a:p>
          <a:p>
            <a:pPr indent="-88900" lvl="0" marL="228600" marR="0" rtl="0" algn="l">
              <a:lnSpc>
                <a:spcPct val="90000"/>
              </a:lnSpc>
              <a:spcBef>
                <a:spcPts val="1000"/>
              </a:spcBef>
              <a:spcAft>
                <a:spcPts val="0"/>
              </a:spcAft>
              <a:buClr>
                <a:schemeClr val="lt1"/>
              </a:buClr>
              <a:buSzPts val="2200"/>
              <a:buFont typeface="Arial"/>
              <a:buNone/>
            </a:pPr>
            <a:r>
              <a:t/>
            </a:r>
            <a:endParaRPr sz="2200">
              <a:solidFill>
                <a:schemeClr val="lt1"/>
              </a:solidFill>
              <a:latin typeface="Century Gothic"/>
              <a:ea typeface="Century Gothic"/>
              <a:cs typeface="Century Gothic"/>
              <a:sym typeface="Century Gothic"/>
            </a:endParaRPr>
          </a:p>
          <a:p>
            <a:pPr indent="-88900" lvl="0" marL="228600" marR="0" rtl="0" algn="l">
              <a:lnSpc>
                <a:spcPct val="90000"/>
              </a:lnSpc>
              <a:spcBef>
                <a:spcPts val="1000"/>
              </a:spcBef>
              <a:spcAft>
                <a:spcPts val="0"/>
              </a:spcAft>
              <a:buClr>
                <a:schemeClr val="lt1"/>
              </a:buClr>
              <a:buSzPts val="2200"/>
              <a:buFont typeface="Arial"/>
              <a:buNone/>
            </a:pPr>
            <a:r>
              <a:t/>
            </a:r>
            <a:endParaRPr sz="2200">
              <a:solidFill>
                <a:schemeClr val="lt1"/>
              </a:solidFill>
              <a:latin typeface="Century Gothic"/>
              <a:ea typeface="Century Gothic"/>
              <a:cs typeface="Century Gothic"/>
              <a:sym typeface="Century Gothic"/>
            </a:endParaRPr>
          </a:p>
          <a:p>
            <a:pPr indent="-88900" lvl="0" marL="228600" marR="0" rtl="0" algn="l">
              <a:lnSpc>
                <a:spcPct val="90000"/>
              </a:lnSpc>
              <a:spcBef>
                <a:spcPts val="1000"/>
              </a:spcBef>
              <a:spcAft>
                <a:spcPts val="0"/>
              </a:spcAft>
              <a:buClr>
                <a:schemeClr val="lt1"/>
              </a:buClr>
              <a:buSzPts val="2200"/>
              <a:buFont typeface="Arial"/>
              <a:buNone/>
            </a:pPr>
            <a:r>
              <a:t/>
            </a:r>
            <a:endParaRPr sz="2200">
              <a:solidFill>
                <a:schemeClr val="lt1"/>
              </a:solidFill>
              <a:latin typeface="Century Gothic"/>
              <a:ea typeface="Century Gothic"/>
              <a:cs typeface="Century Gothic"/>
              <a:sym typeface="Century Gothic"/>
            </a:endParaRPr>
          </a:p>
          <a:p>
            <a:pPr indent="-88900" lvl="0" marL="228600" marR="0" rtl="0" algn="l">
              <a:lnSpc>
                <a:spcPct val="90000"/>
              </a:lnSpc>
              <a:spcBef>
                <a:spcPts val="1000"/>
              </a:spcBef>
              <a:spcAft>
                <a:spcPts val="0"/>
              </a:spcAft>
              <a:buClr>
                <a:schemeClr val="lt1"/>
              </a:buClr>
              <a:buSzPts val="2200"/>
              <a:buFont typeface="Arial"/>
              <a:buNone/>
            </a:pPr>
            <a:r>
              <a:t/>
            </a:r>
            <a:endParaRPr sz="2200">
              <a:solidFill>
                <a:schemeClr val="lt1"/>
              </a:solidFill>
              <a:latin typeface="Century Gothic"/>
              <a:ea typeface="Century Gothic"/>
              <a:cs typeface="Century Gothic"/>
              <a:sym typeface="Century Gothic"/>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33"/>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4000"/>
              <a:buFont typeface="Century Gothic"/>
              <a:buNone/>
            </a:pPr>
            <a:r>
              <a:rPr lang="es-ES"/>
              <a:t>MOSTRAR DATOS EN TIEMPO REAL (STREAMING)</a:t>
            </a:r>
            <a:endParaRPr/>
          </a:p>
        </p:txBody>
      </p:sp>
      <p:sp>
        <p:nvSpPr>
          <p:cNvPr id="456" name="Google Shape;456;p33"/>
          <p:cNvSpPr txBox="1"/>
          <p:nvPr>
            <p:ph idx="1" type="body"/>
          </p:nvPr>
        </p:nvSpPr>
        <p:spPr>
          <a:xfrm>
            <a:off x="685800" y="2194560"/>
            <a:ext cx="10820400" cy="402412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2200"/>
              <a:buChar char="•"/>
            </a:pPr>
            <a:r>
              <a:rPr lang="es-ES"/>
              <a:t>Vamos a nuestro panel de Graphana, con los datos que teníamos de antes.</a:t>
            </a:r>
            <a:endParaRPr/>
          </a:p>
          <a:p>
            <a:pPr indent="-228600" lvl="0" marL="228600" rtl="0" algn="l">
              <a:lnSpc>
                <a:spcPct val="90000"/>
              </a:lnSpc>
              <a:spcBef>
                <a:spcPts val="1000"/>
              </a:spcBef>
              <a:spcAft>
                <a:spcPts val="0"/>
              </a:spcAft>
              <a:buClr>
                <a:schemeClr val="lt1"/>
              </a:buClr>
              <a:buSzPts val="2200"/>
              <a:buChar char="•"/>
            </a:pPr>
            <a:r>
              <a:rPr lang="es-ES"/>
              <a:t>Cambiamos el tiempo del Time Range, según el tiempo que necesitemos mostrar, en este caso, el tiempo que crea cada vez que crea el ruido es el actual.</a:t>
            </a:r>
            <a:endParaRPr/>
          </a:p>
          <a:p>
            <a:pPr indent="-228600" lvl="0" marL="228600" rtl="0" algn="l">
              <a:lnSpc>
                <a:spcPct val="90000"/>
              </a:lnSpc>
              <a:spcBef>
                <a:spcPts val="1000"/>
              </a:spcBef>
              <a:spcAft>
                <a:spcPts val="0"/>
              </a:spcAft>
              <a:buClr>
                <a:schemeClr val="lt1"/>
              </a:buClr>
              <a:buSzPts val="2200"/>
              <a:buChar char="•"/>
            </a:pPr>
            <a:r>
              <a:rPr lang="es-ES"/>
              <a:t>Por cuestiones de Grafana e Influx, para que nos muestre el tiempo actual en Grafana, tenemos que poner  now+1h </a:t>
            </a:r>
            <a:endParaRPr/>
          </a:p>
          <a:p>
            <a:pPr indent="-88900" lvl="0" marL="228600" rtl="0" algn="l">
              <a:lnSpc>
                <a:spcPct val="90000"/>
              </a:lnSpc>
              <a:spcBef>
                <a:spcPts val="1000"/>
              </a:spcBef>
              <a:spcAft>
                <a:spcPts val="0"/>
              </a:spcAft>
              <a:buClr>
                <a:schemeClr val="lt1"/>
              </a:buClr>
              <a:buSzPts val="2200"/>
              <a:buNone/>
            </a:pPr>
            <a:r>
              <a:t/>
            </a:r>
            <a:endParaRPr/>
          </a:p>
        </p:txBody>
      </p:sp>
      <p:pic>
        <p:nvPicPr>
          <p:cNvPr id="457" name="Google Shape;457;p33"/>
          <p:cNvPicPr preferRelativeResize="0"/>
          <p:nvPr/>
        </p:nvPicPr>
        <p:blipFill rotWithShape="1">
          <a:blip r:embed="rId3">
            <a:alphaModFix/>
          </a:blip>
          <a:srcRect b="0" l="0" r="0" t="0"/>
          <a:stretch/>
        </p:blipFill>
        <p:spPr>
          <a:xfrm>
            <a:off x="8711209" y="4105022"/>
            <a:ext cx="2126205" cy="1670131"/>
          </a:xfrm>
          <a:prstGeom prst="rect">
            <a:avLst/>
          </a:prstGeom>
          <a:noFill/>
          <a:ln>
            <a:noFill/>
          </a:ln>
        </p:spPr>
      </p:pic>
      <p:sp>
        <p:nvSpPr>
          <p:cNvPr id="458" name="Google Shape;458;p33"/>
          <p:cNvSpPr/>
          <p:nvPr/>
        </p:nvSpPr>
        <p:spPr>
          <a:xfrm>
            <a:off x="8711209" y="4870530"/>
            <a:ext cx="1886452" cy="483007"/>
          </a:xfrm>
          <a:prstGeom prst="rect">
            <a:avLst/>
          </a:prstGeom>
          <a:noFill/>
          <a:ln cap="flat" cmpd="sng" w="2857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34"/>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4000"/>
              <a:buFont typeface="Century Gothic"/>
              <a:buNone/>
            </a:pPr>
            <a:r>
              <a:rPr lang="es-ES"/>
              <a:t>MOSTRAR DATOS EN TIEMPO REAL (STREAMING)</a:t>
            </a:r>
            <a:endParaRPr/>
          </a:p>
        </p:txBody>
      </p:sp>
      <p:sp>
        <p:nvSpPr>
          <p:cNvPr id="464" name="Google Shape;464;p34"/>
          <p:cNvSpPr txBox="1"/>
          <p:nvPr>
            <p:ph idx="1" type="body"/>
          </p:nvPr>
        </p:nvSpPr>
        <p:spPr>
          <a:xfrm>
            <a:off x="685800" y="2194561"/>
            <a:ext cx="10820400" cy="65024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2200"/>
              <a:buChar char="•"/>
            </a:pPr>
            <a:r>
              <a:rPr lang="es-ES"/>
              <a:t>En la esquina superior 🡪               Para que las gráficas se actualicen cada 5s</a:t>
            </a:r>
            <a:endParaRPr/>
          </a:p>
        </p:txBody>
      </p:sp>
      <p:pic>
        <p:nvPicPr>
          <p:cNvPr id="465" name="Google Shape;465;p34"/>
          <p:cNvPicPr preferRelativeResize="0"/>
          <p:nvPr/>
        </p:nvPicPr>
        <p:blipFill rotWithShape="1">
          <a:blip r:embed="rId3">
            <a:alphaModFix/>
          </a:blip>
          <a:srcRect b="0" l="0" r="0" t="0"/>
          <a:stretch/>
        </p:blipFill>
        <p:spPr>
          <a:xfrm>
            <a:off x="4415360" y="2194560"/>
            <a:ext cx="891617" cy="327688"/>
          </a:xfrm>
          <a:prstGeom prst="rect">
            <a:avLst/>
          </a:prstGeom>
          <a:noFill/>
          <a:ln>
            <a:noFill/>
          </a:ln>
        </p:spPr>
      </p:pic>
      <p:pic>
        <p:nvPicPr>
          <p:cNvPr id="466" name="Google Shape;466;p34"/>
          <p:cNvPicPr preferRelativeResize="0"/>
          <p:nvPr/>
        </p:nvPicPr>
        <p:blipFill rotWithShape="1">
          <a:blip r:embed="rId4">
            <a:alphaModFix/>
          </a:blip>
          <a:srcRect b="0" l="0" r="0" t="0"/>
          <a:stretch/>
        </p:blipFill>
        <p:spPr>
          <a:xfrm>
            <a:off x="5696298" y="2962031"/>
            <a:ext cx="5892151" cy="3042558"/>
          </a:xfrm>
          <a:prstGeom prst="rect">
            <a:avLst/>
          </a:prstGeom>
          <a:noFill/>
          <a:ln>
            <a:noFill/>
          </a:ln>
        </p:spPr>
      </p:pic>
      <p:sp>
        <p:nvSpPr>
          <p:cNvPr id="467" name="Google Shape;467;p34"/>
          <p:cNvSpPr txBox="1"/>
          <p:nvPr/>
        </p:nvSpPr>
        <p:spPr>
          <a:xfrm>
            <a:off x="685801" y="2734828"/>
            <a:ext cx="5253892" cy="1311128"/>
          </a:xfrm>
          <a:prstGeom prst="rect">
            <a:avLst/>
          </a:prstGeom>
          <a:noFill/>
          <a:ln>
            <a:noFill/>
          </a:ln>
        </p:spPr>
        <p:txBody>
          <a:bodyPr anchorCtr="0" anchor="t" bIns="45700" lIns="91425" spcFirstLastPara="1" rIns="91425" wrap="square" tIns="45700">
            <a:spAutoFit/>
          </a:bodyPr>
          <a:lstStyle/>
          <a:p>
            <a:pPr indent="-228600" lvl="0" marL="228600" marR="0" rtl="0" algn="l">
              <a:lnSpc>
                <a:spcPct val="90000"/>
              </a:lnSpc>
              <a:spcBef>
                <a:spcPts val="0"/>
              </a:spcBef>
              <a:spcAft>
                <a:spcPts val="0"/>
              </a:spcAft>
              <a:buClr>
                <a:schemeClr val="lt1"/>
              </a:buClr>
              <a:buSzPts val="2200"/>
              <a:buFont typeface="Arial"/>
              <a:buChar char="•"/>
            </a:pPr>
            <a:r>
              <a:rPr lang="es-ES" sz="2200">
                <a:solidFill>
                  <a:schemeClr val="lt1"/>
                </a:solidFill>
                <a:latin typeface="Century Gothic"/>
                <a:ea typeface="Century Gothic"/>
                <a:cs typeface="Century Gothic"/>
                <a:sym typeface="Century Gothic"/>
              </a:rPr>
              <a:t> Iremos viendo, cada vez que ejecutemos el comando de generar ruido, cómo se van actualizando las gráficas.</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35"/>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4000"/>
              <a:buFont typeface="Century Gothic"/>
              <a:buNone/>
            </a:pPr>
            <a:r>
              <a:rPr lang="es-ES"/>
              <a:t>MOSTRAR DATOS EN TIEMPO REAL (STREAMING)</a:t>
            </a:r>
            <a:endParaRPr/>
          </a:p>
        </p:txBody>
      </p:sp>
      <p:sp>
        <p:nvSpPr>
          <p:cNvPr id="473" name="Google Shape;473;p35"/>
          <p:cNvSpPr txBox="1"/>
          <p:nvPr>
            <p:ph idx="1" type="body"/>
          </p:nvPr>
        </p:nvSpPr>
        <p:spPr>
          <a:xfrm>
            <a:off x="685800" y="2194560"/>
            <a:ext cx="10820400" cy="402412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2200"/>
              <a:buChar char="•"/>
            </a:pPr>
            <a:r>
              <a:rPr lang="es-ES" u="sng"/>
              <a:t>Segundo ejemplo</a:t>
            </a:r>
            <a:r>
              <a:rPr lang="es-ES"/>
              <a:t>: taladro donde se han medido distintas variables para ver las más influyentes, se ha entrenado un modelo con algunos de los puntos medidos (80%), con otros se comprueba el modelo (20%). Finalmente con los datos de esas variables, se grafica el desgaste y otras variables.</a:t>
            </a:r>
            <a:endParaRPr/>
          </a:p>
          <a:p>
            <a:pPr indent="-228600" lvl="0" marL="228600" rtl="0" algn="l">
              <a:lnSpc>
                <a:spcPct val="90000"/>
              </a:lnSpc>
              <a:spcBef>
                <a:spcPts val="1000"/>
              </a:spcBef>
              <a:spcAft>
                <a:spcPts val="0"/>
              </a:spcAft>
              <a:buClr>
                <a:schemeClr val="lt1"/>
              </a:buClr>
              <a:buSzPts val="2200"/>
              <a:buChar char="•"/>
            </a:pPr>
            <a:r>
              <a:rPr lang="es-ES"/>
              <a:t>Para este documento voy a centrarme en la parte final, donde se meten ciertos puntos en Influx, para ver otra manera de hacerlo.</a:t>
            </a:r>
            <a:endParaRPr/>
          </a:p>
          <a:p>
            <a:pPr indent="-228600" lvl="0" marL="228600" rtl="0" algn="l">
              <a:lnSpc>
                <a:spcPct val="90000"/>
              </a:lnSpc>
              <a:spcBef>
                <a:spcPts val="1000"/>
              </a:spcBef>
              <a:spcAft>
                <a:spcPts val="0"/>
              </a:spcAft>
              <a:buClr>
                <a:schemeClr val="lt1"/>
              </a:buClr>
              <a:buSzPts val="2200"/>
              <a:buChar char="•"/>
            </a:pPr>
            <a:r>
              <a:rPr lang="es-ES"/>
              <a:t>El documento de referencia es MMSE_01 (Carpeta somo_taladro)</a:t>
            </a:r>
            <a:endParaRPr/>
          </a:p>
          <a:p>
            <a:pPr indent="0" lvl="0" marL="0" rtl="0" algn="l">
              <a:lnSpc>
                <a:spcPct val="90000"/>
              </a:lnSpc>
              <a:spcBef>
                <a:spcPts val="1000"/>
              </a:spcBef>
              <a:spcAft>
                <a:spcPts val="0"/>
              </a:spcAft>
              <a:buClr>
                <a:schemeClr val="lt1"/>
              </a:buClr>
              <a:buSzPts val="2200"/>
              <a:buNone/>
            </a:pPr>
            <a:r>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36"/>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4000"/>
              <a:buFont typeface="Century Gothic"/>
              <a:buNone/>
            </a:pPr>
            <a:r>
              <a:rPr lang="es-ES"/>
              <a:t>MOSTRAR DATOS EN TIEMPO REAL (STREAMING)</a:t>
            </a:r>
            <a:endParaRPr/>
          </a:p>
        </p:txBody>
      </p:sp>
      <p:sp>
        <p:nvSpPr>
          <p:cNvPr id="479" name="Google Shape;479;p36"/>
          <p:cNvSpPr txBox="1"/>
          <p:nvPr>
            <p:ph idx="1" type="body"/>
          </p:nvPr>
        </p:nvSpPr>
        <p:spPr>
          <a:xfrm>
            <a:off x="685800" y="2194560"/>
            <a:ext cx="10820400" cy="402412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2200"/>
              <a:buChar char="•"/>
            </a:pPr>
            <a:r>
              <a:rPr lang="es-ES"/>
              <a:t>Importamos los siguientes comandos</a:t>
            </a:r>
            <a:endParaRPr/>
          </a:p>
          <a:p>
            <a:pPr indent="-88900" lvl="0" marL="228600" rtl="0" algn="l">
              <a:lnSpc>
                <a:spcPct val="90000"/>
              </a:lnSpc>
              <a:spcBef>
                <a:spcPts val="1000"/>
              </a:spcBef>
              <a:spcAft>
                <a:spcPts val="0"/>
              </a:spcAft>
              <a:buClr>
                <a:schemeClr val="lt1"/>
              </a:buClr>
              <a:buSzPts val="2200"/>
              <a:buNone/>
            </a:pPr>
            <a:r>
              <a:t/>
            </a:r>
            <a:endParaRPr/>
          </a:p>
          <a:p>
            <a:pPr indent="-88900" lvl="0" marL="228600" rtl="0" algn="l">
              <a:lnSpc>
                <a:spcPct val="90000"/>
              </a:lnSpc>
              <a:spcBef>
                <a:spcPts val="1000"/>
              </a:spcBef>
              <a:spcAft>
                <a:spcPts val="0"/>
              </a:spcAft>
              <a:buClr>
                <a:schemeClr val="lt1"/>
              </a:buClr>
              <a:buSzPts val="2200"/>
              <a:buNone/>
            </a:pPr>
            <a:r>
              <a:t/>
            </a:r>
            <a:endParaRPr/>
          </a:p>
          <a:p>
            <a:pPr indent="-228600" lvl="0" marL="228600" rtl="0" algn="l">
              <a:lnSpc>
                <a:spcPct val="90000"/>
              </a:lnSpc>
              <a:spcBef>
                <a:spcPts val="1000"/>
              </a:spcBef>
              <a:spcAft>
                <a:spcPts val="0"/>
              </a:spcAft>
              <a:buClr>
                <a:schemeClr val="lt1"/>
              </a:buClr>
              <a:buSzPts val="2200"/>
              <a:buChar char="•"/>
            </a:pPr>
            <a:r>
              <a:rPr lang="es-ES"/>
              <a:t>Definimos el token, la organización, etc, el cliente…</a:t>
            </a:r>
            <a:endParaRPr/>
          </a:p>
          <a:p>
            <a:pPr indent="-88900" lvl="0" marL="228600" rtl="0" algn="l">
              <a:lnSpc>
                <a:spcPct val="90000"/>
              </a:lnSpc>
              <a:spcBef>
                <a:spcPts val="1000"/>
              </a:spcBef>
              <a:spcAft>
                <a:spcPts val="0"/>
              </a:spcAft>
              <a:buClr>
                <a:schemeClr val="lt1"/>
              </a:buClr>
              <a:buSzPts val="2200"/>
              <a:buNone/>
            </a:pPr>
            <a:r>
              <a:t/>
            </a:r>
            <a:endParaRPr/>
          </a:p>
          <a:p>
            <a:pPr indent="-88900" lvl="0" marL="228600" rtl="0" algn="l">
              <a:lnSpc>
                <a:spcPct val="90000"/>
              </a:lnSpc>
              <a:spcBef>
                <a:spcPts val="1000"/>
              </a:spcBef>
              <a:spcAft>
                <a:spcPts val="0"/>
              </a:spcAft>
              <a:buClr>
                <a:schemeClr val="lt1"/>
              </a:buClr>
              <a:buSzPts val="2200"/>
              <a:buNone/>
            </a:pPr>
            <a:r>
              <a:t/>
            </a:r>
            <a:endParaRPr/>
          </a:p>
          <a:p>
            <a:pPr indent="-88900" lvl="0" marL="228600" rtl="0" algn="l">
              <a:lnSpc>
                <a:spcPct val="90000"/>
              </a:lnSpc>
              <a:spcBef>
                <a:spcPts val="1000"/>
              </a:spcBef>
              <a:spcAft>
                <a:spcPts val="0"/>
              </a:spcAft>
              <a:buClr>
                <a:schemeClr val="lt1"/>
              </a:buClr>
              <a:buSzPts val="2200"/>
              <a:buNone/>
            </a:pPr>
            <a:r>
              <a:t/>
            </a:r>
            <a:endParaRPr/>
          </a:p>
          <a:p>
            <a:pPr indent="-88900" lvl="0" marL="228600" rtl="0" algn="l">
              <a:lnSpc>
                <a:spcPct val="90000"/>
              </a:lnSpc>
              <a:spcBef>
                <a:spcPts val="1000"/>
              </a:spcBef>
              <a:spcAft>
                <a:spcPts val="0"/>
              </a:spcAft>
              <a:buClr>
                <a:schemeClr val="lt1"/>
              </a:buClr>
              <a:buSzPts val="2200"/>
              <a:buNone/>
            </a:pPr>
            <a:r>
              <a:t/>
            </a:r>
            <a:endParaRPr/>
          </a:p>
        </p:txBody>
      </p:sp>
      <p:pic>
        <p:nvPicPr>
          <p:cNvPr id="480" name="Google Shape;480;p36"/>
          <p:cNvPicPr preferRelativeResize="0"/>
          <p:nvPr/>
        </p:nvPicPr>
        <p:blipFill rotWithShape="1">
          <a:blip r:embed="rId3">
            <a:alphaModFix/>
          </a:blip>
          <a:srcRect b="0" l="0" r="0" t="0"/>
          <a:stretch/>
        </p:blipFill>
        <p:spPr>
          <a:xfrm>
            <a:off x="1646525" y="2741026"/>
            <a:ext cx="4084674" cy="594412"/>
          </a:xfrm>
          <a:prstGeom prst="rect">
            <a:avLst/>
          </a:prstGeom>
          <a:noFill/>
          <a:ln>
            <a:noFill/>
          </a:ln>
        </p:spPr>
      </p:pic>
      <p:pic>
        <p:nvPicPr>
          <p:cNvPr id="481" name="Google Shape;481;p36"/>
          <p:cNvPicPr preferRelativeResize="0"/>
          <p:nvPr/>
        </p:nvPicPr>
        <p:blipFill rotWithShape="1">
          <a:blip r:embed="rId4">
            <a:alphaModFix/>
          </a:blip>
          <a:srcRect b="0" l="0" r="0" t="0"/>
          <a:stretch/>
        </p:blipFill>
        <p:spPr>
          <a:xfrm>
            <a:off x="1120846" y="3926842"/>
            <a:ext cx="8512278" cy="762066"/>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37"/>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4000"/>
              <a:buFont typeface="Century Gothic"/>
              <a:buNone/>
            </a:pPr>
            <a:r>
              <a:rPr lang="es-ES"/>
              <a:t>MOSTRAR DATOS EN TIEMPO REAL (STREAMING)</a:t>
            </a:r>
            <a:endParaRPr/>
          </a:p>
        </p:txBody>
      </p:sp>
      <p:sp>
        <p:nvSpPr>
          <p:cNvPr id="487" name="Google Shape;487;p37"/>
          <p:cNvSpPr txBox="1"/>
          <p:nvPr>
            <p:ph idx="1" type="body"/>
          </p:nvPr>
        </p:nvSpPr>
        <p:spPr>
          <a:xfrm>
            <a:off x="685800" y="1844346"/>
            <a:ext cx="6895123" cy="572086"/>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2200"/>
              <a:buChar char="•"/>
            </a:pPr>
            <a:r>
              <a:rPr lang="es-ES"/>
              <a:t>Lanzamos el siguiente bloque</a:t>
            </a:r>
            <a:endParaRPr/>
          </a:p>
        </p:txBody>
      </p:sp>
      <p:pic>
        <p:nvPicPr>
          <p:cNvPr id="488" name="Google Shape;488;p37"/>
          <p:cNvPicPr preferRelativeResize="0"/>
          <p:nvPr/>
        </p:nvPicPr>
        <p:blipFill rotWithShape="1">
          <a:blip r:embed="rId3">
            <a:alphaModFix/>
          </a:blip>
          <a:srcRect b="0" l="0" r="0" t="0"/>
          <a:stretch/>
        </p:blipFill>
        <p:spPr>
          <a:xfrm>
            <a:off x="2895600" y="2337145"/>
            <a:ext cx="8458933" cy="2796782"/>
          </a:xfrm>
          <a:prstGeom prst="rect">
            <a:avLst/>
          </a:prstGeom>
          <a:noFill/>
          <a:ln>
            <a:noFill/>
          </a:ln>
        </p:spPr>
      </p:pic>
      <p:sp>
        <p:nvSpPr>
          <p:cNvPr id="489" name="Google Shape;489;p37"/>
          <p:cNvSpPr txBox="1"/>
          <p:nvPr/>
        </p:nvSpPr>
        <p:spPr>
          <a:xfrm>
            <a:off x="685800" y="5263633"/>
            <a:ext cx="10529278" cy="1457597"/>
          </a:xfrm>
          <a:prstGeom prst="rect">
            <a:avLst/>
          </a:prstGeom>
          <a:noFill/>
          <a:ln>
            <a:noFill/>
          </a:ln>
        </p:spPr>
        <p:txBody>
          <a:bodyPr anchorCtr="0" anchor="t" bIns="45700" lIns="91425" spcFirstLastPara="1" rIns="91425" wrap="square" tIns="45700">
            <a:normAutofit fontScale="85000" lnSpcReduction="20000"/>
          </a:bodyPr>
          <a:lstStyle/>
          <a:p>
            <a:pPr indent="-228600" lvl="0" marL="228600" marR="0" rtl="0" algn="l">
              <a:lnSpc>
                <a:spcPct val="90000"/>
              </a:lnSpc>
              <a:spcBef>
                <a:spcPts val="0"/>
              </a:spcBef>
              <a:spcAft>
                <a:spcPts val="0"/>
              </a:spcAft>
              <a:buClr>
                <a:schemeClr val="lt1"/>
              </a:buClr>
              <a:buSzPct val="100000"/>
              <a:buFont typeface="Arial"/>
              <a:buChar char="•"/>
            </a:pPr>
            <a:r>
              <a:rPr lang="es-ES" sz="2200">
                <a:solidFill>
                  <a:schemeClr val="lt1"/>
                </a:solidFill>
                <a:latin typeface="Century Gothic"/>
                <a:ea typeface="Century Gothic"/>
                <a:cs typeface="Century Gothic"/>
                <a:sym typeface="Century Gothic"/>
              </a:rPr>
              <a:t>Para el dataframe de X_train, para cada fila, desde la 0 hasta la última, hace una predicción del valor del desgaste. </a:t>
            </a:r>
            <a:endParaRPr/>
          </a:p>
          <a:p>
            <a:pPr indent="-228600" lvl="0" marL="228600" marR="0" rtl="0" algn="l">
              <a:lnSpc>
                <a:spcPct val="90000"/>
              </a:lnSpc>
              <a:spcBef>
                <a:spcPts val="1000"/>
              </a:spcBef>
              <a:spcAft>
                <a:spcPts val="0"/>
              </a:spcAft>
              <a:buClr>
                <a:schemeClr val="lt1"/>
              </a:buClr>
              <a:buSzPct val="100000"/>
              <a:buFont typeface="Arial"/>
              <a:buChar char="•"/>
            </a:pPr>
            <a:r>
              <a:rPr lang="es-ES" sz="2200">
                <a:solidFill>
                  <a:schemeClr val="lt1"/>
                </a:solidFill>
                <a:latin typeface="Century Gothic"/>
                <a:ea typeface="Century Gothic"/>
                <a:cs typeface="Century Gothic"/>
                <a:sym typeface="Century Gothic"/>
              </a:rPr>
              <a:t>Se carga en influxdb, en el Bucket de “taladro”, en el measure “desgaste”, las distintas variables que tenemos y la única variable calculada, el desgaste.</a:t>
            </a:r>
            <a:endParaRPr/>
          </a:p>
          <a:p>
            <a:pPr indent="-228600" lvl="0" marL="228600" marR="0" rtl="0" algn="l">
              <a:lnSpc>
                <a:spcPct val="90000"/>
              </a:lnSpc>
              <a:spcBef>
                <a:spcPts val="1000"/>
              </a:spcBef>
              <a:spcAft>
                <a:spcPts val="0"/>
              </a:spcAft>
              <a:buClr>
                <a:schemeClr val="lt1"/>
              </a:buClr>
              <a:buSzPct val="100000"/>
              <a:buFont typeface="Arial"/>
              <a:buChar char="•"/>
            </a:pPr>
            <a:r>
              <a:rPr lang="es-ES" sz="2200">
                <a:solidFill>
                  <a:schemeClr val="lt1"/>
                </a:solidFill>
                <a:latin typeface="Century Gothic"/>
                <a:ea typeface="Century Gothic"/>
                <a:cs typeface="Century Gothic"/>
                <a:sym typeface="Century Gothic"/>
              </a:rPr>
              <a:t>Se espera 5 segundos y vuelve a hacerse la operación para la siguiente fila.</a:t>
            </a:r>
            <a:endParaRPr/>
          </a:p>
        </p:txBody>
      </p:sp>
      <p:sp>
        <p:nvSpPr>
          <p:cNvPr id="490" name="Google Shape;490;p37"/>
          <p:cNvSpPr/>
          <p:nvPr/>
        </p:nvSpPr>
        <p:spPr>
          <a:xfrm>
            <a:off x="4822093" y="4751754"/>
            <a:ext cx="859692" cy="257908"/>
          </a:xfrm>
          <a:prstGeom prst="rect">
            <a:avLst/>
          </a:prstGeom>
          <a:noFill/>
          <a:ln cap="flat" cmpd="sng" w="28575">
            <a:solidFill>
              <a:srgbClr val="A2211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491" name="Google Shape;491;p37"/>
          <p:cNvSpPr/>
          <p:nvPr/>
        </p:nvSpPr>
        <p:spPr>
          <a:xfrm>
            <a:off x="5459047" y="3368431"/>
            <a:ext cx="859692" cy="257908"/>
          </a:xfrm>
          <a:prstGeom prst="rect">
            <a:avLst/>
          </a:prstGeom>
          <a:noFill/>
          <a:ln cap="flat" cmpd="sng" w="28575">
            <a:solidFill>
              <a:srgbClr val="A2211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492" name="Google Shape;492;p37"/>
          <p:cNvSpPr/>
          <p:nvPr/>
        </p:nvSpPr>
        <p:spPr>
          <a:xfrm>
            <a:off x="3273669" y="3029286"/>
            <a:ext cx="859692" cy="257908"/>
          </a:xfrm>
          <a:prstGeom prst="rect">
            <a:avLst/>
          </a:prstGeom>
          <a:noFill/>
          <a:ln cap="flat" cmpd="sng" w="28575">
            <a:solidFill>
              <a:srgbClr val="A2211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cxnSp>
        <p:nvCxnSpPr>
          <p:cNvPr id="493" name="Google Shape;493;p37"/>
          <p:cNvCxnSpPr/>
          <p:nvPr/>
        </p:nvCxnSpPr>
        <p:spPr>
          <a:xfrm>
            <a:off x="4133361" y="3137374"/>
            <a:ext cx="6120424" cy="291626"/>
          </a:xfrm>
          <a:prstGeom prst="straightConnector1">
            <a:avLst/>
          </a:prstGeom>
          <a:noFill/>
          <a:ln cap="flat" cmpd="sng" w="28575">
            <a:solidFill>
              <a:schemeClr val="accent1"/>
            </a:solidFill>
            <a:prstDash val="solid"/>
            <a:round/>
            <a:headEnd len="sm" w="sm" type="none"/>
            <a:tailEnd len="med" w="med" type="triangle"/>
          </a:ln>
        </p:spPr>
      </p:cxnSp>
      <p:pic>
        <p:nvPicPr>
          <p:cNvPr id="494" name="Google Shape;494;p37"/>
          <p:cNvPicPr preferRelativeResize="0"/>
          <p:nvPr/>
        </p:nvPicPr>
        <p:blipFill rotWithShape="1">
          <a:blip r:embed="rId4">
            <a:alphaModFix/>
          </a:blip>
          <a:srcRect b="0" l="0" r="0" t="0"/>
          <a:stretch/>
        </p:blipFill>
        <p:spPr>
          <a:xfrm>
            <a:off x="7872253" y="3622441"/>
            <a:ext cx="4000118" cy="1610156"/>
          </a:xfrm>
          <a:prstGeom prst="rect">
            <a:avLst/>
          </a:prstGeom>
          <a:noFill/>
          <a:ln>
            <a:noFill/>
          </a:ln>
        </p:spPr>
      </p:pic>
      <p:sp>
        <p:nvSpPr>
          <p:cNvPr id="495" name="Google Shape;495;p37"/>
          <p:cNvSpPr/>
          <p:nvPr/>
        </p:nvSpPr>
        <p:spPr>
          <a:xfrm>
            <a:off x="4599355" y="2369393"/>
            <a:ext cx="859692" cy="257908"/>
          </a:xfrm>
          <a:prstGeom prst="rect">
            <a:avLst/>
          </a:prstGeom>
          <a:noFill/>
          <a:ln cap="flat" cmpd="sng" w="28575">
            <a:solidFill>
              <a:srgbClr val="A2211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cxnSp>
        <p:nvCxnSpPr>
          <p:cNvPr id="496" name="Google Shape;496;p37"/>
          <p:cNvCxnSpPr/>
          <p:nvPr/>
        </p:nvCxnSpPr>
        <p:spPr>
          <a:xfrm>
            <a:off x="10347569" y="2490532"/>
            <a:ext cx="0" cy="1152546"/>
          </a:xfrm>
          <a:prstGeom prst="straightConnector1">
            <a:avLst/>
          </a:prstGeom>
          <a:noFill/>
          <a:ln cap="flat" cmpd="sng" w="28575">
            <a:solidFill>
              <a:schemeClr val="accent1"/>
            </a:solidFill>
            <a:prstDash val="solid"/>
            <a:round/>
            <a:headEnd len="sm" w="sm" type="none"/>
            <a:tailEnd len="med" w="med" type="triangle"/>
          </a:ln>
        </p:spPr>
      </p:cxnSp>
      <p:cxnSp>
        <p:nvCxnSpPr>
          <p:cNvPr id="497" name="Google Shape;497;p37"/>
          <p:cNvCxnSpPr>
            <a:stCxn id="495" idx="3"/>
          </p:cNvCxnSpPr>
          <p:nvPr/>
        </p:nvCxnSpPr>
        <p:spPr>
          <a:xfrm>
            <a:off x="5459047" y="2498347"/>
            <a:ext cx="4892400" cy="0"/>
          </a:xfrm>
          <a:prstGeom prst="straightConnector1">
            <a:avLst/>
          </a:prstGeom>
          <a:noFill/>
          <a:ln cap="flat" cmpd="sng" w="28575">
            <a:solidFill>
              <a:schemeClr val="accent1"/>
            </a:solidFill>
            <a:prstDash val="solid"/>
            <a:round/>
            <a:headEnd len="sm" w="sm" type="none"/>
            <a:tailEnd len="sm" w="sm" type="none"/>
          </a:ln>
        </p:spPr>
      </p:cxn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38"/>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4000"/>
              <a:buFont typeface="Century Gothic"/>
              <a:buNone/>
            </a:pPr>
            <a:r>
              <a:rPr lang="es-ES"/>
              <a:t>MOSTRAR DATOS EN TIEMPO REAL (STREAMING)</a:t>
            </a:r>
            <a:endParaRPr/>
          </a:p>
        </p:txBody>
      </p:sp>
      <p:sp>
        <p:nvSpPr>
          <p:cNvPr id="503" name="Google Shape;503;p38"/>
          <p:cNvSpPr txBox="1"/>
          <p:nvPr>
            <p:ph idx="1" type="body"/>
          </p:nvPr>
        </p:nvSpPr>
        <p:spPr>
          <a:xfrm>
            <a:off x="685800" y="2194560"/>
            <a:ext cx="10820400" cy="402412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2200"/>
              <a:buChar char="•"/>
            </a:pPr>
            <a:r>
              <a:rPr lang="es-ES"/>
              <a:t>Vamos a Influx y hacemos el proceso de coger los datos y llevarlos a grafana.</a:t>
            </a:r>
            <a:endParaRPr/>
          </a:p>
          <a:p>
            <a:pPr indent="-228600" lvl="0" marL="228600" rtl="0" algn="l">
              <a:lnSpc>
                <a:spcPct val="90000"/>
              </a:lnSpc>
              <a:spcBef>
                <a:spcPts val="1000"/>
              </a:spcBef>
              <a:spcAft>
                <a:spcPts val="0"/>
              </a:spcAft>
              <a:buClr>
                <a:schemeClr val="lt1"/>
              </a:buClr>
              <a:buSzPts val="2200"/>
              <a:buChar char="•"/>
            </a:pPr>
            <a:r>
              <a:rPr lang="es-ES"/>
              <a:t>En Grafana, preparamos las distintas gráficas y señalamos que queremos tener los datos desde hace 15 minutos (por ejemplo) hasta ahora.</a:t>
            </a:r>
            <a:endParaRPr/>
          </a:p>
          <a:p>
            <a:pPr indent="-88900" lvl="0" marL="228600" rtl="0" algn="l">
              <a:lnSpc>
                <a:spcPct val="90000"/>
              </a:lnSpc>
              <a:spcBef>
                <a:spcPts val="1000"/>
              </a:spcBef>
              <a:spcAft>
                <a:spcPts val="0"/>
              </a:spcAft>
              <a:buClr>
                <a:schemeClr val="lt1"/>
              </a:buClr>
              <a:buSzPts val="2200"/>
              <a:buNone/>
            </a:pPr>
            <a:r>
              <a:t/>
            </a:r>
            <a:endParaRPr/>
          </a:p>
          <a:p>
            <a:pPr indent="-88900" lvl="0" marL="228600" rtl="0" algn="l">
              <a:lnSpc>
                <a:spcPct val="90000"/>
              </a:lnSpc>
              <a:spcBef>
                <a:spcPts val="1000"/>
              </a:spcBef>
              <a:spcAft>
                <a:spcPts val="0"/>
              </a:spcAft>
              <a:buClr>
                <a:schemeClr val="lt1"/>
              </a:buClr>
              <a:buSzPts val="2200"/>
              <a:buNone/>
            </a:pPr>
            <a:r>
              <a:t/>
            </a:r>
            <a:endParaRPr/>
          </a:p>
          <a:p>
            <a:pPr indent="-88900" lvl="0" marL="228600" rtl="0" algn="l">
              <a:lnSpc>
                <a:spcPct val="90000"/>
              </a:lnSpc>
              <a:spcBef>
                <a:spcPts val="1000"/>
              </a:spcBef>
              <a:spcAft>
                <a:spcPts val="0"/>
              </a:spcAft>
              <a:buClr>
                <a:schemeClr val="lt1"/>
              </a:buClr>
              <a:buSzPts val="2200"/>
              <a:buNone/>
            </a:pPr>
            <a:r>
              <a:t/>
            </a:r>
            <a:endParaRPr/>
          </a:p>
          <a:p>
            <a:pPr indent="-88900" lvl="0" marL="228600" rtl="0" algn="l">
              <a:lnSpc>
                <a:spcPct val="90000"/>
              </a:lnSpc>
              <a:spcBef>
                <a:spcPts val="1000"/>
              </a:spcBef>
              <a:spcAft>
                <a:spcPts val="0"/>
              </a:spcAft>
              <a:buClr>
                <a:schemeClr val="lt1"/>
              </a:buClr>
              <a:buSzPts val="2200"/>
              <a:buNone/>
            </a:pPr>
            <a:r>
              <a:t/>
            </a:r>
            <a:endParaRPr/>
          </a:p>
          <a:p>
            <a:pPr indent="-228600" lvl="0" marL="228600" rtl="0" algn="l">
              <a:lnSpc>
                <a:spcPct val="90000"/>
              </a:lnSpc>
              <a:spcBef>
                <a:spcPts val="1000"/>
              </a:spcBef>
              <a:spcAft>
                <a:spcPts val="0"/>
              </a:spcAft>
              <a:buClr>
                <a:schemeClr val="lt1"/>
              </a:buClr>
              <a:buSzPts val="2200"/>
              <a:buChar char="•"/>
            </a:pPr>
            <a:r>
              <a:rPr lang="es-ES"/>
              <a:t>Como antes, decimos que se actualicen las gráficas cada 5 segundos. </a:t>
            </a:r>
            <a:endParaRPr/>
          </a:p>
        </p:txBody>
      </p:sp>
      <p:pic>
        <p:nvPicPr>
          <p:cNvPr id="504" name="Google Shape;504;p38"/>
          <p:cNvPicPr preferRelativeResize="0"/>
          <p:nvPr/>
        </p:nvPicPr>
        <p:blipFill rotWithShape="1">
          <a:blip r:embed="rId3">
            <a:alphaModFix/>
          </a:blip>
          <a:srcRect b="0" l="0" r="0" t="0"/>
          <a:stretch/>
        </p:blipFill>
        <p:spPr>
          <a:xfrm>
            <a:off x="2621058" y="3743121"/>
            <a:ext cx="5121084" cy="1341236"/>
          </a:xfrm>
          <a:prstGeom prst="rect">
            <a:avLst/>
          </a:prstGeom>
          <a:noFill/>
          <a:ln>
            <a:noFill/>
          </a:ln>
        </p:spPr>
      </p:pic>
      <p:sp>
        <p:nvSpPr>
          <p:cNvPr id="505" name="Google Shape;505;p38"/>
          <p:cNvSpPr/>
          <p:nvPr/>
        </p:nvSpPr>
        <p:spPr>
          <a:xfrm>
            <a:off x="5845907" y="4284785"/>
            <a:ext cx="1422399" cy="357554"/>
          </a:xfrm>
          <a:prstGeom prst="rect">
            <a:avLst/>
          </a:prstGeom>
          <a:noFill/>
          <a:ln cap="flat" cmpd="sng" w="28575">
            <a:solidFill>
              <a:srgbClr val="A2211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p39"/>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4000"/>
              <a:buFont typeface="Century Gothic"/>
              <a:buNone/>
            </a:pPr>
            <a:r>
              <a:rPr lang="es-ES"/>
              <a:t>MOSTRAR DATOS EN TIEMPO REAL (STREAMING)</a:t>
            </a:r>
            <a:endParaRPr/>
          </a:p>
        </p:txBody>
      </p:sp>
      <p:sp>
        <p:nvSpPr>
          <p:cNvPr id="511" name="Google Shape;511;p39"/>
          <p:cNvSpPr txBox="1"/>
          <p:nvPr>
            <p:ph idx="1" type="body"/>
          </p:nvPr>
        </p:nvSpPr>
        <p:spPr>
          <a:xfrm>
            <a:off x="685800" y="2194560"/>
            <a:ext cx="10820400" cy="402412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2200"/>
              <a:buChar char="•"/>
            </a:pPr>
            <a:r>
              <a:rPr lang="es-ES"/>
              <a:t>Irán apareciendo las gráficas y actualizándose.</a:t>
            </a:r>
            <a:endParaRPr/>
          </a:p>
        </p:txBody>
      </p:sp>
      <p:pic>
        <p:nvPicPr>
          <p:cNvPr id="512" name="Google Shape;512;p39"/>
          <p:cNvPicPr preferRelativeResize="0"/>
          <p:nvPr/>
        </p:nvPicPr>
        <p:blipFill rotWithShape="1">
          <a:blip r:embed="rId3">
            <a:alphaModFix/>
          </a:blip>
          <a:srcRect b="0" l="0" r="0" t="0"/>
          <a:stretch/>
        </p:blipFill>
        <p:spPr>
          <a:xfrm>
            <a:off x="1281723" y="2836985"/>
            <a:ext cx="8878417" cy="3609791"/>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p40"/>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4000"/>
              <a:buFont typeface="Century Gothic"/>
              <a:buNone/>
            </a:pPr>
            <a:r>
              <a:rPr lang="es-ES"/>
              <a:t>GRAFANA</a:t>
            </a:r>
            <a:br>
              <a:rPr lang="es-ES"/>
            </a:br>
            <a:r>
              <a:rPr lang="es-ES"/>
              <a:t>EJEMPLOS</a:t>
            </a:r>
            <a:endParaRPr/>
          </a:p>
        </p:txBody>
      </p:sp>
      <p:sp>
        <p:nvSpPr>
          <p:cNvPr id="518" name="Google Shape;518;p40"/>
          <p:cNvSpPr txBox="1"/>
          <p:nvPr>
            <p:ph idx="1" type="body"/>
          </p:nvPr>
        </p:nvSpPr>
        <p:spPr>
          <a:xfrm>
            <a:off x="685800" y="2194560"/>
            <a:ext cx="10820400" cy="402412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2200"/>
              <a:buChar char="•"/>
            </a:pPr>
            <a:r>
              <a:rPr lang="es-ES" u="sng">
                <a:solidFill>
                  <a:schemeClr val="hlink"/>
                </a:solidFill>
                <a:hlinkClick r:id="rId3"/>
              </a:rPr>
              <a:t>https://play.grafana.org/d/000000012/grafana-play-home?orgId=1</a:t>
            </a:r>
            <a:endParaRPr/>
          </a:p>
          <a:p>
            <a:pPr indent="-88900" lvl="0" marL="228600" rtl="0" algn="l">
              <a:lnSpc>
                <a:spcPct val="90000"/>
              </a:lnSpc>
              <a:spcBef>
                <a:spcPts val="1000"/>
              </a:spcBef>
              <a:spcAft>
                <a:spcPts val="0"/>
              </a:spcAft>
              <a:buClr>
                <a:schemeClr val="lt1"/>
              </a:buClr>
              <a:buSzPts val="2200"/>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Estela de condensación">
  <a:themeElements>
    <a:clrScheme name="Vapor Trail">
      <a:dk1>
        <a:srgbClr val="000000"/>
      </a:dk1>
      <a:lt1>
        <a:srgbClr val="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2022-11-04T09:24:15Z</dcterms:created>
  <dc:creator>Jon Ander Maiz Barba</dc:creator>
</cp:coreProperties>
</file>