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9144000"/>
  <p:embeddedFontLst>
    <p:embeddedFont>
      <p:font typeface="Century Gothic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iXrysVG5oWRnYWSFpcvUr6f3F8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CenturyGothic-bold.fntdata"/><Relationship Id="rId25" Type="http://schemas.openxmlformats.org/officeDocument/2006/relationships/font" Target="fonts/CenturyGothic-regular.fntdata"/><Relationship Id="rId28" Type="http://schemas.openxmlformats.org/officeDocument/2006/relationships/font" Target="fonts/CenturyGothic-boldItalic.fntdata"/><Relationship Id="rId27" Type="http://schemas.openxmlformats.org/officeDocument/2006/relationships/font" Target="fonts/CenturyGothic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0-HD-BTM.png" id="13" name="Google Shape;1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375150"/>
            <a:ext cx="12192000" cy="24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3"/>
          <p:cNvSpPr txBox="1"/>
          <p:nvPr>
            <p:ph type="ctrTitle"/>
          </p:nvPr>
        </p:nvSpPr>
        <p:spPr>
          <a:xfrm>
            <a:off x="1371600" y="1803405"/>
            <a:ext cx="9448800" cy="18250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entury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3"/>
          <p:cNvSpPr txBox="1"/>
          <p:nvPr>
            <p:ph idx="1" type="subTitle"/>
          </p:nvPr>
        </p:nvSpPr>
        <p:spPr>
          <a:xfrm>
            <a:off x="1371600" y="3632201"/>
            <a:ext cx="9448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3"/>
          <p:cNvSpPr txBox="1"/>
          <p:nvPr>
            <p:ph idx="10" type="dt"/>
          </p:nvPr>
        </p:nvSpPr>
        <p:spPr>
          <a:xfrm>
            <a:off x="7909561" y="4314328"/>
            <a:ext cx="2910840" cy="374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1" type="ftr"/>
          </p:nvPr>
        </p:nvSpPr>
        <p:spPr>
          <a:xfrm>
            <a:off x="1371600" y="4323845"/>
            <a:ext cx="640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2" type="sldNum"/>
          </p:nvPr>
        </p:nvSpPr>
        <p:spPr>
          <a:xfrm>
            <a:off x="8077200" y="143086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4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4"/>
          <p:cNvSpPr txBox="1"/>
          <p:nvPr>
            <p:ph idx="1" type="body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24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showMasterSp="0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0-HD-BTM.png" id="26" name="Google Shape;26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375150"/>
            <a:ext cx="12192000" cy="24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25"/>
          <p:cNvSpPr txBox="1"/>
          <p:nvPr>
            <p:ph type="title"/>
          </p:nvPr>
        </p:nvSpPr>
        <p:spPr>
          <a:xfrm>
            <a:off x="685800" y="753533"/>
            <a:ext cx="10820399" cy="28019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5"/>
          <p:cNvSpPr txBox="1"/>
          <p:nvPr>
            <p:ph idx="1" type="body"/>
          </p:nvPr>
        </p:nvSpPr>
        <p:spPr>
          <a:xfrm>
            <a:off x="1024467" y="3641725"/>
            <a:ext cx="10490200" cy="955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25"/>
          <p:cNvSpPr txBox="1"/>
          <p:nvPr>
            <p:ph idx="10" type="dt"/>
          </p:nvPr>
        </p:nvSpPr>
        <p:spPr>
          <a:xfrm>
            <a:off x="7814452" y="38100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5"/>
          <p:cNvSpPr txBox="1"/>
          <p:nvPr>
            <p:ph idx="11" type="ftr"/>
          </p:nvPr>
        </p:nvSpPr>
        <p:spPr>
          <a:xfrm>
            <a:off x="685800" y="381001"/>
            <a:ext cx="6991492" cy="3640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2" type="sldNum"/>
          </p:nvPr>
        </p:nvSpPr>
        <p:spPr>
          <a:xfrm>
            <a:off x="10862452" y="381000"/>
            <a:ext cx="6437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6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6"/>
          <p:cNvSpPr txBox="1"/>
          <p:nvPr>
            <p:ph idx="1" type="body"/>
          </p:nvPr>
        </p:nvSpPr>
        <p:spPr>
          <a:xfrm>
            <a:off x="685800" y="2194559"/>
            <a:ext cx="5334000" cy="40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2" type="body"/>
          </p:nvPr>
        </p:nvSpPr>
        <p:spPr>
          <a:xfrm>
            <a:off x="6172200" y="2194559"/>
            <a:ext cx="5334000" cy="40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6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6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7"/>
          <p:cNvSpPr txBox="1"/>
          <p:nvPr>
            <p:ph type="title"/>
          </p:nvPr>
        </p:nvSpPr>
        <p:spPr>
          <a:xfrm>
            <a:off x="2895600" y="762000"/>
            <a:ext cx="86106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7"/>
          <p:cNvSpPr txBox="1"/>
          <p:nvPr>
            <p:ph idx="1" type="body"/>
          </p:nvPr>
        </p:nvSpPr>
        <p:spPr>
          <a:xfrm>
            <a:off x="914409" y="2183802"/>
            <a:ext cx="50799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0" sz="2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2" name="Google Shape;42;p27"/>
          <p:cNvSpPr txBox="1"/>
          <p:nvPr>
            <p:ph idx="2" type="body"/>
          </p:nvPr>
        </p:nvSpPr>
        <p:spPr>
          <a:xfrm>
            <a:off x="685800" y="3132666"/>
            <a:ext cx="5311775" cy="30860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27"/>
          <p:cNvSpPr txBox="1"/>
          <p:nvPr>
            <p:ph idx="3" type="body"/>
          </p:nvPr>
        </p:nvSpPr>
        <p:spPr>
          <a:xfrm>
            <a:off x="6400800" y="2183802"/>
            <a:ext cx="51054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0" sz="2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7"/>
          <p:cNvSpPr txBox="1"/>
          <p:nvPr>
            <p:ph idx="4" type="body"/>
          </p:nvPr>
        </p:nvSpPr>
        <p:spPr>
          <a:xfrm>
            <a:off x="6172200" y="3132666"/>
            <a:ext cx="5334000" cy="30860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7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7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8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8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9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9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0"/>
          <p:cNvSpPr txBox="1"/>
          <p:nvPr>
            <p:ph type="title"/>
          </p:nvPr>
        </p:nvSpPr>
        <p:spPr>
          <a:xfrm>
            <a:off x="685800" y="1524000"/>
            <a:ext cx="4114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0"/>
          <p:cNvSpPr txBox="1"/>
          <p:nvPr>
            <p:ph idx="1" type="body"/>
          </p:nvPr>
        </p:nvSpPr>
        <p:spPr>
          <a:xfrm>
            <a:off x="4995582" y="746759"/>
            <a:ext cx="6510618" cy="547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2" type="body"/>
          </p:nvPr>
        </p:nvSpPr>
        <p:spPr>
          <a:xfrm>
            <a:off x="685800" y="3124199"/>
            <a:ext cx="4114800" cy="30944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30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0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1"/>
          <p:cNvSpPr txBox="1"/>
          <p:nvPr>
            <p:ph type="title"/>
          </p:nvPr>
        </p:nvSpPr>
        <p:spPr>
          <a:xfrm>
            <a:off x="685800" y="1524000"/>
            <a:ext cx="687324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1"/>
          <p:cNvSpPr/>
          <p:nvPr>
            <p:ph idx="2" type="pic"/>
          </p:nvPr>
        </p:nvSpPr>
        <p:spPr>
          <a:xfrm>
            <a:off x="7861238" y="751241"/>
            <a:ext cx="3644962" cy="5467443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31"/>
          <p:cNvSpPr txBox="1"/>
          <p:nvPr>
            <p:ph idx="1" type="body"/>
          </p:nvPr>
        </p:nvSpPr>
        <p:spPr>
          <a:xfrm>
            <a:off x="685800" y="3124199"/>
            <a:ext cx="6873240" cy="30944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8" name="Google Shape;68;p31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1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panorámica con descripción">
  <p:cSld name="Imagen panorámica con descripción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2"/>
          <p:cNvSpPr txBox="1"/>
          <p:nvPr>
            <p:ph type="title"/>
          </p:nvPr>
        </p:nvSpPr>
        <p:spPr>
          <a:xfrm>
            <a:off x="685777" y="4697360"/>
            <a:ext cx="10822034" cy="8193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2"/>
          <p:cNvSpPr/>
          <p:nvPr>
            <p:ph idx="2" type="pic"/>
          </p:nvPr>
        </p:nvSpPr>
        <p:spPr>
          <a:xfrm>
            <a:off x="681727" y="941439"/>
            <a:ext cx="10821840" cy="3478161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32"/>
          <p:cNvSpPr txBox="1"/>
          <p:nvPr>
            <p:ph idx="1" type="body"/>
          </p:nvPr>
        </p:nvSpPr>
        <p:spPr>
          <a:xfrm>
            <a:off x="685800" y="5516715"/>
            <a:ext cx="10820400" cy="70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5" name="Google Shape;75;p32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 showMasterSp="0">
  <p:cSld name="Título y descripción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0-HD-BTM.png" id="79" name="Google Shape;79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375150"/>
            <a:ext cx="12192000" cy="24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3"/>
          <p:cNvSpPr txBox="1"/>
          <p:nvPr>
            <p:ph type="title"/>
          </p:nvPr>
        </p:nvSpPr>
        <p:spPr>
          <a:xfrm>
            <a:off x="685800" y="753532"/>
            <a:ext cx="10820400" cy="28024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3"/>
          <p:cNvSpPr txBox="1"/>
          <p:nvPr>
            <p:ph idx="1" type="body"/>
          </p:nvPr>
        </p:nvSpPr>
        <p:spPr>
          <a:xfrm>
            <a:off x="1024467" y="3649133"/>
            <a:ext cx="10130516" cy="9990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2" name="Google Shape;82;p33"/>
          <p:cNvSpPr txBox="1"/>
          <p:nvPr>
            <p:ph idx="10" type="dt"/>
          </p:nvPr>
        </p:nvSpPr>
        <p:spPr>
          <a:xfrm>
            <a:off x="7814452" y="38100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3"/>
          <p:cNvSpPr txBox="1"/>
          <p:nvPr>
            <p:ph idx="11" type="ftr"/>
          </p:nvPr>
        </p:nvSpPr>
        <p:spPr>
          <a:xfrm>
            <a:off x="685800" y="379941"/>
            <a:ext cx="69914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3"/>
          <p:cNvSpPr txBox="1"/>
          <p:nvPr>
            <p:ph idx="12" type="sldNum"/>
          </p:nvPr>
        </p:nvSpPr>
        <p:spPr>
          <a:xfrm>
            <a:off x="10862452" y="381000"/>
            <a:ext cx="6437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 showMasterSp="0">
  <p:cSld name="Cita con descripción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0-HD-BTM.png" id="86" name="Google Shape;86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375150"/>
            <a:ext cx="12192000" cy="24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34"/>
          <p:cNvSpPr txBox="1"/>
          <p:nvPr>
            <p:ph type="title"/>
          </p:nvPr>
        </p:nvSpPr>
        <p:spPr>
          <a:xfrm>
            <a:off x="1024467" y="753533"/>
            <a:ext cx="10151533" cy="26044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4"/>
          <p:cNvSpPr txBox="1"/>
          <p:nvPr>
            <p:ph idx="1" type="body"/>
          </p:nvPr>
        </p:nvSpPr>
        <p:spPr>
          <a:xfrm>
            <a:off x="1303865" y="3365556"/>
            <a:ext cx="9592736" cy="444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34"/>
          <p:cNvSpPr txBox="1"/>
          <p:nvPr>
            <p:ph idx="2" type="body"/>
          </p:nvPr>
        </p:nvSpPr>
        <p:spPr>
          <a:xfrm>
            <a:off x="1024467" y="3959862"/>
            <a:ext cx="10151533" cy="6798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0" name="Google Shape;90;p34"/>
          <p:cNvSpPr txBox="1"/>
          <p:nvPr>
            <p:ph idx="10" type="dt"/>
          </p:nvPr>
        </p:nvSpPr>
        <p:spPr>
          <a:xfrm>
            <a:off x="7814452" y="38100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4"/>
          <p:cNvSpPr txBox="1"/>
          <p:nvPr>
            <p:ph idx="11" type="ftr"/>
          </p:nvPr>
        </p:nvSpPr>
        <p:spPr>
          <a:xfrm>
            <a:off x="685800" y="379941"/>
            <a:ext cx="69914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4"/>
          <p:cNvSpPr txBox="1"/>
          <p:nvPr>
            <p:ph idx="12" type="sldNum"/>
          </p:nvPr>
        </p:nvSpPr>
        <p:spPr>
          <a:xfrm>
            <a:off x="10862452" y="381000"/>
            <a:ext cx="6437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93" name="Google Shape;93;p34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entury Gothic"/>
              <a:buNone/>
            </a:pPr>
            <a:r>
              <a:rPr b="0" lang="es-ES" sz="80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</a:t>
            </a:r>
            <a:endParaRPr/>
          </a:p>
        </p:txBody>
      </p:sp>
      <p:sp>
        <p:nvSpPr>
          <p:cNvPr id="94" name="Google Shape;94;p34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entury Gothic"/>
              <a:buNone/>
            </a:pPr>
            <a:r>
              <a:rPr b="0" lang="es-ES" sz="80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 showMasterSp="0">
  <p:cSld name="Tarjeta de nombre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0-HD-BTM.png" id="96" name="Google Shape;96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375150"/>
            <a:ext cx="12192000" cy="24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35"/>
          <p:cNvSpPr txBox="1"/>
          <p:nvPr>
            <p:ph type="title"/>
          </p:nvPr>
        </p:nvSpPr>
        <p:spPr>
          <a:xfrm>
            <a:off x="1024495" y="1124701"/>
            <a:ext cx="10146186" cy="25118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5"/>
          <p:cNvSpPr txBox="1"/>
          <p:nvPr>
            <p:ph idx="1" type="body"/>
          </p:nvPr>
        </p:nvSpPr>
        <p:spPr>
          <a:xfrm>
            <a:off x="1024467" y="3648315"/>
            <a:ext cx="10144654" cy="999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9" name="Google Shape;99;p35"/>
          <p:cNvSpPr txBox="1"/>
          <p:nvPr>
            <p:ph idx="10" type="dt"/>
          </p:nvPr>
        </p:nvSpPr>
        <p:spPr>
          <a:xfrm>
            <a:off x="7814452" y="378883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5"/>
          <p:cNvSpPr txBox="1"/>
          <p:nvPr>
            <p:ph idx="11" type="ftr"/>
          </p:nvPr>
        </p:nvSpPr>
        <p:spPr>
          <a:xfrm>
            <a:off x="685800" y="378883"/>
            <a:ext cx="69914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5"/>
          <p:cNvSpPr txBox="1"/>
          <p:nvPr>
            <p:ph idx="12" type="sldNum"/>
          </p:nvPr>
        </p:nvSpPr>
        <p:spPr>
          <a:xfrm>
            <a:off x="10862452" y="381000"/>
            <a:ext cx="6437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3">
  <p:cSld name="Columna 3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6"/>
          <p:cNvSpPr txBox="1"/>
          <p:nvPr>
            <p:ph type="title"/>
          </p:nvPr>
        </p:nvSpPr>
        <p:spPr>
          <a:xfrm>
            <a:off x="2895600" y="761999"/>
            <a:ext cx="8610599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6"/>
          <p:cNvSpPr txBox="1"/>
          <p:nvPr>
            <p:ph idx="1" type="body"/>
          </p:nvPr>
        </p:nvSpPr>
        <p:spPr>
          <a:xfrm>
            <a:off x="685800" y="2202080"/>
            <a:ext cx="3456432" cy="617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5" name="Google Shape;105;p36"/>
          <p:cNvSpPr txBox="1"/>
          <p:nvPr>
            <p:ph idx="2" type="body"/>
          </p:nvPr>
        </p:nvSpPr>
        <p:spPr>
          <a:xfrm>
            <a:off x="685799" y="2904565"/>
            <a:ext cx="3456432" cy="3314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6" name="Google Shape;106;p36"/>
          <p:cNvSpPr txBox="1"/>
          <p:nvPr>
            <p:ph idx="3" type="body"/>
          </p:nvPr>
        </p:nvSpPr>
        <p:spPr>
          <a:xfrm>
            <a:off x="4368800" y="2201333"/>
            <a:ext cx="3456432" cy="6265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7" name="Google Shape;107;p36"/>
          <p:cNvSpPr txBox="1"/>
          <p:nvPr>
            <p:ph idx="4" type="body"/>
          </p:nvPr>
        </p:nvSpPr>
        <p:spPr>
          <a:xfrm>
            <a:off x="4366858" y="2904067"/>
            <a:ext cx="3456432" cy="33146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8" name="Google Shape;108;p36"/>
          <p:cNvSpPr txBox="1"/>
          <p:nvPr>
            <p:ph idx="5" type="body"/>
          </p:nvPr>
        </p:nvSpPr>
        <p:spPr>
          <a:xfrm>
            <a:off x="8051800" y="2192866"/>
            <a:ext cx="3456432" cy="6265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9" name="Google Shape;109;p36"/>
          <p:cNvSpPr txBox="1"/>
          <p:nvPr>
            <p:ph idx="6" type="body"/>
          </p:nvPr>
        </p:nvSpPr>
        <p:spPr>
          <a:xfrm>
            <a:off x="8051801" y="2904565"/>
            <a:ext cx="3456432" cy="3314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36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6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36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de imagen 3">
  <p:cSld name="Columna de imagen 3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7"/>
          <p:cNvSpPr txBox="1"/>
          <p:nvPr>
            <p:ph type="title"/>
          </p:nvPr>
        </p:nvSpPr>
        <p:spPr>
          <a:xfrm>
            <a:off x="2895600" y="762000"/>
            <a:ext cx="8610599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37"/>
          <p:cNvSpPr txBox="1"/>
          <p:nvPr>
            <p:ph idx="1" type="body"/>
          </p:nvPr>
        </p:nvSpPr>
        <p:spPr>
          <a:xfrm>
            <a:off x="688618" y="4191000"/>
            <a:ext cx="3451582" cy="68276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6" name="Google Shape;116;p37"/>
          <p:cNvSpPr/>
          <p:nvPr>
            <p:ph idx="2" type="pic"/>
          </p:nvPr>
        </p:nvSpPr>
        <p:spPr>
          <a:xfrm>
            <a:off x="688618" y="2362200"/>
            <a:ext cx="3451582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17" name="Google Shape;117;p37"/>
          <p:cNvSpPr txBox="1"/>
          <p:nvPr>
            <p:ph idx="3" type="body"/>
          </p:nvPr>
        </p:nvSpPr>
        <p:spPr>
          <a:xfrm>
            <a:off x="688618" y="4873764"/>
            <a:ext cx="3451582" cy="1344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8" name="Google Shape;118;p37"/>
          <p:cNvSpPr txBox="1"/>
          <p:nvPr>
            <p:ph idx="4" type="body"/>
          </p:nvPr>
        </p:nvSpPr>
        <p:spPr>
          <a:xfrm>
            <a:off x="4374263" y="4191000"/>
            <a:ext cx="3448935" cy="68276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9" name="Google Shape;119;p37"/>
          <p:cNvSpPr/>
          <p:nvPr>
            <p:ph idx="5" type="pic"/>
          </p:nvPr>
        </p:nvSpPr>
        <p:spPr>
          <a:xfrm>
            <a:off x="4374263" y="2362200"/>
            <a:ext cx="3448936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0" name="Google Shape;120;p37"/>
          <p:cNvSpPr txBox="1"/>
          <p:nvPr>
            <p:ph idx="6" type="body"/>
          </p:nvPr>
        </p:nvSpPr>
        <p:spPr>
          <a:xfrm>
            <a:off x="4374264" y="4873763"/>
            <a:ext cx="3448935" cy="1344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21" name="Google Shape;121;p37"/>
          <p:cNvSpPr txBox="1"/>
          <p:nvPr>
            <p:ph idx="7" type="body"/>
          </p:nvPr>
        </p:nvSpPr>
        <p:spPr>
          <a:xfrm>
            <a:off x="8049731" y="4191000"/>
            <a:ext cx="3456469" cy="68276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2" name="Google Shape;122;p37"/>
          <p:cNvSpPr/>
          <p:nvPr>
            <p:ph idx="8" type="pic"/>
          </p:nvPr>
        </p:nvSpPr>
        <p:spPr>
          <a:xfrm>
            <a:off x="8049855" y="2362200"/>
            <a:ext cx="3447878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3" name="Google Shape;123;p37"/>
          <p:cNvSpPr txBox="1"/>
          <p:nvPr>
            <p:ph idx="9" type="body"/>
          </p:nvPr>
        </p:nvSpPr>
        <p:spPr>
          <a:xfrm>
            <a:off x="8049731" y="4873761"/>
            <a:ext cx="3452445" cy="1344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24" name="Google Shape;124;p37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37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37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8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8"/>
          <p:cNvSpPr txBox="1"/>
          <p:nvPr>
            <p:ph idx="1" type="body"/>
          </p:nvPr>
        </p:nvSpPr>
        <p:spPr>
          <a:xfrm rot="5400000">
            <a:off x="4083938" y="-1203579"/>
            <a:ext cx="4024125" cy="108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38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8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8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showMasterSp="0" type="vertTitleAndTx">
  <p:cSld name="VERTICAL_TITLE_AND_VERTICAL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0-HD-BTM.png" id="134" name="Google Shape;134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375150"/>
            <a:ext cx="12192000" cy="24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9"/>
          <p:cNvSpPr txBox="1"/>
          <p:nvPr>
            <p:ph type="title"/>
          </p:nvPr>
        </p:nvSpPr>
        <p:spPr>
          <a:xfrm rot="5400000">
            <a:off x="8525934" y="1667933"/>
            <a:ext cx="3903133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9"/>
          <p:cNvSpPr txBox="1"/>
          <p:nvPr>
            <p:ph idx="1" type="body"/>
          </p:nvPr>
        </p:nvSpPr>
        <p:spPr>
          <a:xfrm rot="5400000">
            <a:off x="3175000" y="-1405467"/>
            <a:ext cx="3903133" cy="82042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39"/>
          <p:cNvSpPr txBox="1"/>
          <p:nvPr>
            <p:ph idx="10" type="dt"/>
          </p:nvPr>
        </p:nvSpPr>
        <p:spPr>
          <a:xfrm>
            <a:off x="7814452" y="379941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9"/>
          <p:cNvSpPr txBox="1"/>
          <p:nvPr>
            <p:ph idx="11" type="ftr"/>
          </p:nvPr>
        </p:nvSpPr>
        <p:spPr>
          <a:xfrm>
            <a:off x="685800" y="381000"/>
            <a:ext cx="69914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9"/>
          <p:cNvSpPr txBox="1"/>
          <p:nvPr>
            <p:ph idx="12" type="sldNum"/>
          </p:nvPr>
        </p:nvSpPr>
        <p:spPr>
          <a:xfrm>
            <a:off x="10862452" y="381000"/>
            <a:ext cx="6437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0-HD-TOP.png" id="6" name="Google Shape;6;p2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14414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22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  <a:defRPr b="0" i="0" sz="4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22"/>
          <p:cNvSpPr txBox="1"/>
          <p:nvPr>
            <p:ph idx="1" type="body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302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302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302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302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9" name="Google Shape;9;p22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" name="Google Shape;10;p22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1" name="Google Shape;11;p22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virtualbox.org/wiki/Downloads" TargetMode="External"/><Relationship Id="rId4" Type="http://schemas.openxmlformats.org/officeDocument/2006/relationships/image" Target="../media/image9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png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6.png"/><Relationship Id="rId4" Type="http://schemas.openxmlformats.org/officeDocument/2006/relationships/image" Target="../media/image24.png"/><Relationship Id="rId5" Type="http://schemas.openxmlformats.org/officeDocument/2006/relationships/image" Target="../media/image3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0.png"/><Relationship Id="rId4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"/>
          <p:cNvSpPr txBox="1"/>
          <p:nvPr>
            <p:ph type="ctrTitle"/>
          </p:nvPr>
        </p:nvSpPr>
        <p:spPr>
          <a:xfrm>
            <a:off x="1371599" y="2236542"/>
            <a:ext cx="9901989" cy="18250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entury Gothic"/>
              <a:buNone/>
            </a:pPr>
            <a:r>
              <a:rPr lang="es-ES"/>
              <a:t>CREACIÓN DE ENTORNO VIRTUAL PARA MONITORIZACIÓN DE DATOS</a:t>
            </a:r>
            <a:endParaRPr/>
          </a:p>
        </p:txBody>
      </p:sp>
      <p:sp>
        <p:nvSpPr>
          <p:cNvPr id="145" name="Google Shape;145;p1"/>
          <p:cNvSpPr txBox="1"/>
          <p:nvPr>
            <p:ph idx="1" type="subTitle"/>
          </p:nvPr>
        </p:nvSpPr>
        <p:spPr>
          <a:xfrm>
            <a:off x="1371600" y="4065338"/>
            <a:ext cx="9448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ES"/>
              <a:t>Paso a paso</a:t>
            </a:r>
            <a:endParaRPr/>
          </a:p>
        </p:txBody>
      </p:sp>
      <p:pic>
        <p:nvPicPr>
          <p:cNvPr id="146" name="Google Shape;14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1111" y="6313320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lang="es-ES"/>
              <a:t>INSTALACIÓN MÁQUINA VIRTUAL</a:t>
            </a:r>
            <a:endParaRPr/>
          </a:p>
        </p:txBody>
      </p:sp>
      <p:sp>
        <p:nvSpPr>
          <p:cNvPr id="152" name="Google Shape;152;p2"/>
          <p:cNvSpPr txBox="1"/>
          <p:nvPr>
            <p:ph idx="1" type="body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s-ES"/>
              <a:t>Instalamos Oracle VM VirtualBox (o VMWare)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https://www.virtualbox.org/wiki/Downloads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s-ES"/>
              <a:t>Descargamos el .exe, lo ejecutamos y hacemos el proceso de instalación.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s-ES"/>
              <a:t>Descargamos también el Extensión Pack (aparece más abajo), y lo instalamos después.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t/>
            </a:r>
            <a:endParaRPr/>
          </a:p>
        </p:txBody>
      </p:sp>
      <p:pic>
        <p:nvPicPr>
          <p:cNvPr id="153" name="Google Shape;15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2589" y="3138380"/>
            <a:ext cx="4092295" cy="13031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4" name="Google Shape;154;p2"/>
          <p:cNvCxnSpPr/>
          <p:nvPr/>
        </p:nvCxnSpPr>
        <p:spPr>
          <a:xfrm rot="10800000">
            <a:off x="2895600" y="3573379"/>
            <a:ext cx="1363579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155" name="Google Shape;15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16189" y="5906238"/>
            <a:ext cx="4404742" cy="6248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3382084"/>
            <a:ext cx="10206789" cy="338468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lang="es-ES"/>
              <a:t>INSTALACIÓN MÁQUINA VIRTUAL</a:t>
            </a:r>
            <a:endParaRPr/>
          </a:p>
        </p:txBody>
      </p:sp>
      <p:sp>
        <p:nvSpPr>
          <p:cNvPr id="162" name="Google Shape;162;p3"/>
          <p:cNvSpPr txBox="1"/>
          <p:nvPr>
            <p:ph idx="1" type="body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s-ES"/>
              <a:t>Descargamos el .iso de la máquina virtual que vamos a  utilizar, en este caso Ubuntu 24.04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es-ES"/>
              <a:t>https://ubuntu.com/download/desktop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63" name="Google Shape;163;p3"/>
          <p:cNvSpPr/>
          <p:nvPr/>
        </p:nvSpPr>
        <p:spPr>
          <a:xfrm>
            <a:off x="7648074" y="4315326"/>
            <a:ext cx="3056021" cy="661737"/>
          </a:xfrm>
          <a:prstGeom prst="rect">
            <a:avLst/>
          </a:prstGeom>
          <a:noFill/>
          <a:ln cap="flat" cmpd="sng" w="28575">
            <a:solidFill>
              <a:srgbClr val="A221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64" name="Google Shape;164;p3"/>
          <p:cNvCxnSpPr/>
          <p:nvPr/>
        </p:nvCxnSpPr>
        <p:spPr>
          <a:xfrm>
            <a:off x="6870033" y="3533273"/>
            <a:ext cx="589547" cy="782053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1750" y="2449750"/>
            <a:ext cx="354330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4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lang="es-ES"/>
              <a:t>INSTALACIÓN MÁQUINA VIRTUAL</a:t>
            </a:r>
            <a:endParaRPr/>
          </a:p>
        </p:txBody>
      </p:sp>
      <p:sp>
        <p:nvSpPr>
          <p:cNvPr id="171" name="Google Shape;171;p4"/>
          <p:cNvSpPr txBox="1"/>
          <p:nvPr>
            <p:ph idx="1" type="body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s-ES"/>
              <a:t>Cuando el iso se haya descargado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s-ES"/>
              <a:t>Abrimos Oracle VM 🡪 Click en Nueva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s-ES"/>
              <a:t>Nos aparece la siguiente ventana</a:t>
            </a:r>
            <a:endParaRPr/>
          </a:p>
        </p:txBody>
      </p:sp>
      <p:sp>
        <p:nvSpPr>
          <p:cNvPr id="172" name="Google Shape;172;p4"/>
          <p:cNvSpPr/>
          <p:nvPr/>
        </p:nvSpPr>
        <p:spPr>
          <a:xfrm>
            <a:off x="6421751" y="2489352"/>
            <a:ext cx="504900" cy="7110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73" name="Google Shape;173;p4"/>
          <p:cNvCxnSpPr/>
          <p:nvPr/>
        </p:nvCxnSpPr>
        <p:spPr>
          <a:xfrm rot="10800000">
            <a:off x="6252308" y="4595446"/>
            <a:ext cx="103163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4" name="Google Shape;174;p4"/>
          <p:cNvSpPr txBox="1"/>
          <p:nvPr/>
        </p:nvSpPr>
        <p:spPr>
          <a:xfrm>
            <a:off x="7283950" y="4272274"/>
            <a:ext cx="46266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 nombre que elijamos para nuestra MV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Buscamos el .iso que nos hemos descargado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Queremos la opción de Instalación “atendida” →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Deseleccionar el recuadro (cuidado según la versión de Oracle VM)</a:t>
            </a:r>
            <a:endParaRPr/>
          </a:p>
        </p:txBody>
      </p:sp>
      <p:cxnSp>
        <p:nvCxnSpPr>
          <p:cNvPr id="175" name="Google Shape;175;p4"/>
          <p:cNvCxnSpPr/>
          <p:nvPr/>
        </p:nvCxnSpPr>
        <p:spPr>
          <a:xfrm rot="10800000">
            <a:off x="6252308" y="5021385"/>
            <a:ext cx="103163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6" name="Google Shape;176;p4"/>
          <p:cNvCxnSpPr/>
          <p:nvPr/>
        </p:nvCxnSpPr>
        <p:spPr>
          <a:xfrm rot="10800000">
            <a:off x="6252238" y="6252316"/>
            <a:ext cx="10317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177" name="Google Shape;177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2850" y="4224147"/>
            <a:ext cx="5419450" cy="21275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"/>
          <p:cNvSpPr txBox="1"/>
          <p:nvPr>
            <p:ph idx="1" type="body"/>
          </p:nvPr>
        </p:nvSpPr>
        <p:spPr>
          <a:xfrm>
            <a:off x="685800" y="2194560"/>
            <a:ext cx="11021700" cy="40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s-ES"/>
              <a:t>En la siguientes pantallas elegimos, RAM, procesadores, espacio en el disco…</a:t>
            </a:r>
            <a:endParaRPr/>
          </a:p>
        </p:txBody>
      </p:sp>
      <p:pic>
        <p:nvPicPr>
          <p:cNvPr id="183" name="Google Shape;183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0385" y="4010622"/>
            <a:ext cx="5957875" cy="243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9899" y="2818750"/>
            <a:ext cx="4256749" cy="106012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5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lang="es-ES"/>
              <a:t>INSTALACIÓN MÁQUINA VIRTUAL</a:t>
            </a: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4500025" y="3001500"/>
            <a:ext cx="758400" cy="2211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7" name="Google Shape;187;p5"/>
          <p:cNvSpPr txBox="1"/>
          <p:nvPr/>
        </p:nvSpPr>
        <p:spPr>
          <a:xfrm>
            <a:off x="5455138" y="2818751"/>
            <a:ext cx="462670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Menos RAM nos va a dar problemas con los procesos que vamos a llevar a cabo.</a:t>
            </a:r>
            <a:endParaRPr/>
          </a:p>
        </p:txBody>
      </p:sp>
      <p:sp>
        <p:nvSpPr>
          <p:cNvPr id="188" name="Google Shape;188;p5"/>
          <p:cNvSpPr/>
          <p:nvPr/>
        </p:nvSpPr>
        <p:spPr>
          <a:xfrm>
            <a:off x="8702078" y="5243799"/>
            <a:ext cx="951900" cy="2211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9" name="Google Shape;189;p5"/>
          <p:cNvSpPr txBox="1"/>
          <p:nvPr/>
        </p:nvSpPr>
        <p:spPr>
          <a:xfrm>
            <a:off x="9798243" y="4580453"/>
            <a:ext cx="229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Recomiendo 50GB</a:t>
            </a:r>
            <a:endParaRPr/>
          </a:p>
        </p:txBody>
      </p:sp>
      <p:sp>
        <p:nvSpPr>
          <p:cNvPr id="190" name="Google Shape;190;p5"/>
          <p:cNvSpPr txBox="1"/>
          <p:nvPr/>
        </p:nvSpPr>
        <p:spPr>
          <a:xfrm>
            <a:off x="997971" y="6401000"/>
            <a:ext cx="744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Seleccionamos “Terminar” y procedemos a instalar la MV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lang="es-ES"/>
              <a:t>INSTALACIÓN MÁQUINA VIRTUAL</a:t>
            </a:r>
            <a:endParaRPr/>
          </a:p>
        </p:txBody>
      </p:sp>
      <p:sp>
        <p:nvSpPr>
          <p:cNvPr id="196" name="Google Shape;196;p7"/>
          <p:cNvSpPr txBox="1"/>
          <p:nvPr>
            <p:ph idx="1" type="body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s-ES"/>
              <a:t>Iniciamos la máquina virtual</a:t>
            </a:r>
            <a:endParaRPr/>
          </a:p>
          <a:p>
            <a:pPr indent="-889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t/>
            </a:r>
            <a:endParaRPr/>
          </a:p>
          <a:p>
            <a:pPr indent="-889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s-ES"/>
              <a:t>Como hemos deseleccionado “Proceed with Unanttended installation”, nos permitirá configurar la instalación del Sistema Operativo (SO).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s-ES"/>
              <a:t>Seleccionamos la primera opción Try or Install Ubuntu 🡪 Nos aparece una imagen de carga del SO.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es-ES"/>
              <a:t> </a:t>
            </a:r>
            <a:endParaRPr/>
          </a:p>
        </p:txBody>
      </p:sp>
      <p:pic>
        <p:nvPicPr>
          <p:cNvPr id="197" name="Google Shape;19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0516" y="2655546"/>
            <a:ext cx="2629128" cy="541067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3277399" y="2704868"/>
            <a:ext cx="517361" cy="491745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99" name="Google Shape;19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1797" y="4620565"/>
            <a:ext cx="2362403" cy="192137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0067" y="3044632"/>
            <a:ext cx="5544648" cy="364909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8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lang="es-ES"/>
              <a:t>INSTALACIÓN MÁQUINA VIRTUAL</a:t>
            </a:r>
            <a:endParaRPr/>
          </a:p>
        </p:txBody>
      </p:sp>
      <p:sp>
        <p:nvSpPr>
          <p:cNvPr id="206" name="Google Shape;206;p8"/>
          <p:cNvSpPr txBox="1"/>
          <p:nvPr>
            <p:ph idx="1" type="body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s-ES"/>
              <a:t>Cuando nos aparezca la siguiente ventana (habrá que esperar), seleccionamos lo indicado. Primero el idioma, después Instalar Ubuntu</a:t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5342422" y="4991501"/>
            <a:ext cx="561073" cy="190099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08" name="Google Shape;20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14137" y="4457205"/>
            <a:ext cx="2865459" cy="20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8"/>
          <p:cNvSpPr/>
          <p:nvPr/>
        </p:nvSpPr>
        <p:spPr>
          <a:xfrm>
            <a:off x="11146229" y="6298114"/>
            <a:ext cx="561073" cy="190099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1709" y="2858491"/>
            <a:ext cx="5315070" cy="3795666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9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lang="es-ES"/>
              <a:t>INSTALACIÓN MÁQUINA VIRTUAL</a:t>
            </a:r>
            <a:endParaRPr/>
          </a:p>
        </p:txBody>
      </p:sp>
      <p:sp>
        <p:nvSpPr>
          <p:cNvPr id="216" name="Google Shape;216;p9"/>
          <p:cNvSpPr txBox="1"/>
          <p:nvPr>
            <p:ph idx="1" type="body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s-ES"/>
              <a:t>Probamos que podamos escribir con la configuración de teclado española (probar ñ y [  ]). Después, le damos a Continuar.</a:t>
            </a:r>
            <a:endParaRPr/>
          </a:p>
          <a:p>
            <a:pPr indent="-889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7112268" y="6363464"/>
            <a:ext cx="724300" cy="205778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lang="es-ES"/>
              <a:t>INSTALACIÓN MÁQUINA VIRTUAL</a:t>
            </a:r>
            <a:endParaRPr/>
          </a:p>
        </p:txBody>
      </p:sp>
      <p:sp>
        <p:nvSpPr>
          <p:cNvPr id="223" name="Google Shape;223;p10"/>
          <p:cNvSpPr txBox="1"/>
          <p:nvPr>
            <p:ph idx="1" type="body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s-ES"/>
              <a:t>Debido a un error que aparece últimamente, quitamos internet.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s-ES"/>
              <a:t>Se actiavará la opción “No quiero conectarme a internet ahora mismo.</a:t>
            </a:r>
            <a:endParaRPr/>
          </a:p>
        </p:txBody>
      </p:sp>
      <p:pic>
        <p:nvPicPr>
          <p:cNvPr id="224" name="Google Shape;22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6830" y="3429000"/>
            <a:ext cx="4874463" cy="3058562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0"/>
          <p:cNvSpPr/>
          <p:nvPr/>
        </p:nvSpPr>
        <p:spPr>
          <a:xfrm>
            <a:off x="5718412" y="3998794"/>
            <a:ext cx="716405" cy="225346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26" name="Google Shape;22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20116" y="3519535"/>
            <a:ext cx="1616696" cy="120451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0"/>
          <p:cNvSpPr/>
          <p:nvPr/>
        </p:nvSpPr>
        <p:spPr>
          <a:xfrm>
            <a:off x="7278907" y="4036968"/>
            <a:ext cx="503595" cy="16965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5E13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5515" y="2633319"/>
            <a:ext cx="5930162" cy="414732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1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lang="es-ES"/>
              <a:t>INSTALACIÓN MÁQUINA VIRTUAL</a:t>
            </a:r>
            <a:endParaRPr/>
          </a:p>
        </p:txBody>
      </p:sp>
      <p:sp>
        <p:nvSpPr>
          <p:cNvPr id="234" name="Google Shape;234;p11"/>
          <p:cNvSpPr txBox="1"/>
          <p:nvPr>
            <p:ph idx="1" type="body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s-ES"/>
              <a:t>Seleccionamos Instalar Ubuntu</a:t>
            </a:r>
            <a:endParaRPr/>
          </a:p>
        </p:txBody>
      </p:sp>
      <p:sp>
        <p:nvSpPr>
          <p:cNvPr id="235" name="Google Shape;235;p11"/>
          <p:cNvSpPr/>
          <p:nvPr/>
        </p:nvSpPr>
        <p:spPr>
          <a:xfrm>
            <a:off x="5055366" y="4070453"/>
            <a:ext cx="2941624" cy="694051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4747" y="2752441"/>
            <a:ext cx="5725481" cy="402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2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lang="es-ES"/>
              <a:t>INSTALACIÓN MÁQUINA VIRTUAL</a:t>
            </a:r>
            <a:endParaRPr/>
          </a:p>
        </p:txBody>
      </p:sp>
      <p:sp>
        <p:nvSpPr>
          <p:cNvPr id="242" name="Google Shape;242;p12"/>
          <p:cNvSpPr txBox="1"/>
          <p:nvPr>
            <p:ph idx="1" type="body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s-ES"/>
              <a:t>Seleccionamos Instalación interactiva</a:t>
            </a:r>
            <a:endParaRPr/>
          </a:p>
        </p:txBody>
      </p:sp>
      <p:sp>
        <p:nvSpPr>
          <p:cNvPr id="243" name="Google Shape;243;p12"/>
          <p:cNvSpPr/>
          <p:nvPr/>
        </p:nvSpPr>
        <p:spPr>
          <a:xfrm>
            <a:off x="5055366" y="4070453"/>
            <a:ext cx="2941624" cy="694051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1363" y="2526632"/>
            <a:ext cx="5813613" cy="4100452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3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lang="es-ES"/>
              <a:t>INSTALACIÓN MÁQUINA VIRTUAL</a:t>
            </a:r>
            <a:endParaRPr/>
          </a:p>
        </p:txBody>
      </p:sp>
      <p:sp>
        <p:nvSpPr>
          <p:cNvPr id="250" name="Google Shape;250;p13"/>
          <p:cNvSpPr txBox="1"/>
          <p:nvPr>
            <p:ph idx="1" type="body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s-ES"/>
              <a:t>Seleccionamos Selección predeterminada</a:t>
            </a:r>
            <a:endParaRPr/>
          </a:p>
        </p:txBody>
      </p:sp>
      <p:sp>
        <p:nvSpPr>
          <p:cNvPr id="251" name="Google Shape;251;p13"/>
          <p:cNvSpPr/>
          <p:nvPr/>
        </p:nvSpPr>
        <p:spPr>
          <a:xfrm>
            <a:off x="5055366" y="4070453"/>
            <a:ext cx="2941624" cy="694051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0001" y="2747442"/>
            <a:ext cx="5331997" cy="3770852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4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lang="es-ES"/>
              <a:t>INSTALACIÓN MÁQUINA VIRTUAL</a:t>
            </a:r>
            <a:endParaRPr/>
          </a:p>
        </p:txBody>
      </p:sp>
      <p:sp>
        <p:nvSpPr>
          <p:cNvPr id="258" name="Google Shape;258;p14"/>
          <p:cNvSpPr txBox="1"/>
          <p:nvPr>
            <p:ph idx="1" type="body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s-ES"/>
              <a:t>No seleccionamos nada en esta pantalla</a:t>
            </a:r>
            <a:endParaRPr/>
          </a:p>
        </p:txBody>
      </p:sp>
      <p:sp>
        <p:nvSpPr>
          <p:cNvPr id="259" name="Google Shape;259;p14"/>
          <p:cNvSpPr/>
          <p:nvPr/>
        </p:nvSpPr>
        <p:spPr>
          <a:xfrm>
            <a:off x="7878776" y="6163950"/>
            <a:ext cx="944382" cy="429356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1730" y="2631272"/>
            <a:ext cx="5534649" cy="3917918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5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lang="es-ES"/>
              <a:t>INSTALACIÓN MÁQUINA VIRTUAL</a:t>
            </a:r>
            <a:endParaRPr/>
          </a:p>
        </p:txBody>
      </p:sp>
      <p:sp>
        <p:nvSpPr>
          <p:cNvPr id="266" name="Google Shape;266;p15"/>
          <p:cNvSpPr txBox="1"/>
          <p:nvPr>
            <p:ph idx="1" type="body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s-ES"/>
              <a:t>Seleccionamos borrar disco e instalar Ubuntu</a:t>
            </a:r>
            <a:endParaRPr/>
          </a:p>
        </p:txBody>
      </p:sp>
      <p:sp>
        <p:nvSpPr>
          <p:cNvPr id="267" name="Google Shape;267;p15"/>
          <p:cNvSpPr/>
          <p:nvPr/>
        </p:nvSpPr>
        <p:spPr>
          <a:xfrm>
            <a:off x="7670229" y="6256421"/>
            <a:ext cx="840108" cy="292769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8" name="Google Shape;268;p15"/>
          <p:cNvSpPr/>
          <p:nvPr/>
        </p:nvSpPr>
        <p:spPr>
          <a:xfrm>
            <a:off x="5480482" y="4090737"/>
            <a:ext cx="2324002" cy="721895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117" y="2784870"/>
            <a:ext cx="5305046" cy="37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6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lang="es-ES"/>
              <a:t>INSTALACIÓN MÁQUINA VIRTUAL</a:t>
            </a:r>
            <a:endParaRPr/>
          </a:p>
        </p:txBody>
      </p:sp>
      <p:sp>
        <p:nvSpPr>
          <p:cNvPr id="275" name="Google Shape;275;p16"/>
          <p:cNvSpPr txBox="1"/>
          <p:nvPr>
            <p:ph idx="1" type="body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s-ES"/>
              <a:t>En la siguiente pantalla elegimos:</a:t>
            </a:r>
            <a:endParaRPr/>
          </a:p>
        </p:txBody>
      </p:sp>
      <p:cxnSp>
        <p:nvCxnSpPr>
          <p:cNvPr id="276" name="Google Shape;276;p16"/>
          <p:cNvCxnSpPr/>
          <p:nvPr/>
        </p:nvCxnSpPr>
        <p:spPr>
          <a:xfrm>
            <a:off x="4008120" y="3863340"/>
            <a:ext cx="1921966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7" name="Google Shape;277;p16"/>
          <p:cNvSpPr txBox="1"/>
          <p:nvPr/>
        </p:nvSpPr>
        <p:spPr>
          <a:xfrm>
            <a:off x="5930086" y="3679811"/>
            <a:ext cx="4626708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 que queramos poner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Este nombre es el nombre que tendrá el SO al abrir el terminal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Ponemos una contraseña (algo fácil de recordar, si es para alumnos, todos la misma)</a:t>
            </a:r>
            <a:endParaRPr/>
          </a:p>
        </p:txBody>
      </p:sp>
      <p:cxnSp>
        <p:nvCxnSpPr>
          <p:cNvPr id="278" name="Google Shape;278;p16"/>
          <p:cNvCxnSpPr/>
          <p:nvPr/>
        </p:nvCxnSpPr>
        <p:spPr>
          <a:xfrm>
            <a:off x="3032760" y="4107180"/>
            <a:ext cx="2897326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9" name="Google Shape;279;p16"/>
          <p:cNvSpPr/>
          <p:nvPr/>
        </p:nvSpPr>
        <p:spPr>
          <a:xfrm>
            <a:off x="2394624" y="5267182"/>
            <a:ext cx="2202180" cy="204274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0" name="Google Shape;280;p16"/>
          <p:cNvSpPr/>
          <p:nvPr/>
        </p:nvSpPr>
        <p:spPr>
          <a:xfrm>
            <a:off x="4821455" y="6256728"/>
            <a:ext cx="510540" cy="209858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1" name="Google Shape;281;p16"/>
          <p:cNvSpPr txBox="1"/>
          <p:nvPr/>
        </p:nvSpPr>
        <p:spPr>
          <a:xfrm>
            <a:off x="5894975" y="6383951"/>
            <a:ext cx="39014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 damos a Continuar</a:t>
            </a:r>
            <a:endParaRPr/>
          </a:p>
        </p:txBody>
      </p:sp>
      <p:sp>
        <p:nvSpPr>
          <p:cNvPr id="282" name="Google Shape;282;p16"/>
          <p:cNvSpPr txBox="1"/>
          <p:nvPr/>
        </p:nvSpPr>
        <p:spPr>
          <a:xfrm>
            <a:off x="8999220" y="5670175"/>
            <a:ext cx="2506980" cy="92333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 este momento comienza la instalación.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3147" y="2848039"/>
            <a:ext cx="5271337" cy="3701151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7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lang="es-ES"/>
              <a:t>INSTALACIÓN MÁQUINA VIRTUAL</a:t>
            </a:r>
            <a:endParaRPr/>
          </a:p>
        </p:txBody>
      </p:sp>
      <p:sp>
        <p:nvSpPr>
          <p:cNvPr id="289" name="Google Shape;289;p17"/>
          <p:cNvSpPr txBox="1"/>
          <p:nvPr>
            <p:ph idx="1" type="body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s-ES"/>
              <a:t>Seleccionamos nuestra zona horaria y le damos a instalar.</a:t>
            </a:r>
            <a:endParaRPr/>
          </a:p>
        </p:txBody>
      </p:sp>
      <p:sp>
        <p:nvSpPr>
          <p:cNvPr id="290" name="Google Shape;290;p17"/>
          <p:cNvSpPr/>
          <p:nvPr/>
        </p:nvSpPr>
        <p:spPr>
          <a:xfrm>
            <a:off x="6964376" y="6256421"/>
            <a:ext cx="840108" cy="292769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8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lang="es-ES"/>
              <a:t>INSTALACIÓN MÁQUINA VIRTUAL</a:t>
            </a:r>
            <a:endParaRPr/>
          </a:p>
        </p:txBody>
      </p:sp>
      <p:sp>
        <p:nvSpPr>
          <p:cNvPr id="296" name="Google Shape;296;p18"/>
          <p:cNvSpPr txBox="1"/>
          <p:nvPr>
            <p:ph idx="1" type="body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s-ES"/>
              <a:t>Al terminar de instalarse (no tocar de mientras), nos pide reiniciar 🡪 Reiniciamos.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s-ES"/>
              <a:t>Carga el SO, nos dice que le demos a ENTER para cargar la primera vez.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s-ES"/>
              <a:t>Nos logueamos con el usuario creado. En las pantallas que nos aparecen, le damos a siguiente/omitir/hecho.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s-ES"/>
              <a:t>Ya tenemos instalada nuestra VM con su sistema operativo.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9"/>
          <p:cNvSpPr txBox="1"/>
          <p:nvPr>
            <p:ph idx="1" type="body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s-ES"/>
              <a:t>Si nos sale el siguiente mensaje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s-ES"/>
              <a:t>🡪 Recordármelo más tarde</a:t>
            </a:r>
            <a:endParaRPr/>
          </a:p>
          <a:p>
            <a:pPr indent="-889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s-ES"/>
              <a:t>Lo primero que vamos a hacer es sacar la terminal a la barra de iconos.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s-ES"/>
              <a:t>Click en el icono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s-ES"/>
              <a:t>Buscamos el icono de terminal 🡪 click derecho 🡪 Fijar al tablero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s-ES"/>
              <a:t>Si entramos en la terminal, veremos que nos aparece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t/>
            </a:r>
            <a:endParaRPr/>
          </a:p>
        </p:txBody>
      </p:sp>
      <p:pic>
        <p:nvPicPr>
          <p:cNvPr id="302" name="Google Shape;30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6171" y="2057401"/>
            <a:ext cx="5037257" cy="1691787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9"/>
          <p:cNvSpPr txBox="1"/>
          <p:nvPr>
            <p:ph type="title"/>
          </p:nvPr>
        </p:nvSpPr>
        <p:spPr>
          <a:xfrm>
            <a:off x="2895600" y="763588"/>
            <a:ext cx="8610600" cy="1293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lang="es-ES"/>
              <a:t>INSTALACIÓN MÁQUINA VIRTUAL</a:t>
            </a:r>
            <a:endParaRPr/>
          </a:p>
        </p:txBody>
      </p:sp>
      <p:pic>
        <p:nvPicPr>
          <p:cNvPr id="304" name="Google Shape;30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88683" y="5444794"/>
            <a:ext cx="5440917" cy="1200649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9"/>
          <p:cNvSpPr txBox="1"/>
          <p:nvPr/>
        </p:nvSpPr>
        <p:spPr>
          <a:xfrm>
            <a:off x="8381763" y="5781971"/>
            <a:ext cx="369593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Usuario@Nombre de su equipo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Los que hayamos seleccionado durante la inst.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06" name="Google Shape;306;p19"/>
          <p:cNvCxnSpPr/>
          <p:nvPr/>
        </p:nvCxnSpPr>
        <p:spPr>
          <a:xfrm flipH="1" rot="10800000">
            <a:off x="4320540" y="6004560"/>
            <a:ext cx="4061223" cy="28956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307" name="Google Shape;30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00925" y="4180850"/>
            <a:ext cx="450878" cy="458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0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lang="es-ES"/>
              <a:t>INSTALACIÓN MÁQUINA VIRTUAL</a:t>
            </a:r>
            <a:endParaRPr/>
          </a:p>
        </p:txBody>
      </p:sp>
      <p:pic>
        <p:nvPicPr>
          <p:cNvPr id="313" name="Google Shape;31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2200" y="2843725"/>
            <a:ext cx="2399014" cy="188976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0"/>
          <p:cNvSpPr txBox="1"/>
          <p:nvPr>
            <p:ph idx="1" type="body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s-ES"/>
              <a:t>Click en Dispositivos (en el propio menú de Oracle VM) 🡪 Insertar imagen de CD de los complementos del invitado.</a:t>
            </a:r>
            <a:endParaRPr/>
          </a:p>
          <a:p>
            <a:pPr indent="-889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t/>
            </a:r>
            <a:endParaRPr/>
          </a:p>
          <a:p>
            <a:pPr indent="-889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t/>
            </a:r>
            <a:endParaRPr/>
          </a:p>
          <a:p>
            <a:pPr indent="-889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t/>
            </a:r>
            <a:endParaRPr/>
          </a:p>
          <a:p>
            <a:pPr indent="-889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t/>
            </a:r>
            <a:endParaRPr/>
          </a:p>
          <a:p>
            <a:pPr indent="-889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t/>
            </a:r>
            <a:endParaRPr/>
          </a:p>
          <a:p>
            <a:pPr indent="-889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s-ES"/>
              <a:t>Nos aparecerá a la izquierda un CD 🡪 Click 🡪 Nos abre una carpeta</a:t>
            </a:r>
            <a:endParaRPr/>
          </a:p>
        </p:txBody>
      </p:sp>
      <p:sp>
        <p:nvSpPr>
          <p:cNvPr id="315" name="Google Shape;315;p20"/>
          <p:cNvSpPr/>
          <p:nvPr/>
        </p:nvSpPr>
        <p:spPr>
          <a:xfrm>
            <a:off x="2952199" y="4401775"/>
            <a:ext cx="2399100" cy="1839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16" name="Google Shape;31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1905" y="2971662"/>
            <a:ext cx="403895" cy="317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0"/>
          <p:cNvSpPr/>
          <p:nvPr/>
        </p:nvSpPr>
        <p:spPr>
          <a:xfrm flipH="1" rot="10800000">
            <a:off x="281905" y="5600699"/>
            <a:ext cx="403895" cy="541157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1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lang="es-ES"/>
              <a:t>INSTALACIÓN MÁQUINA VIRTUAL</a:t>
            </a:r>
            <a:endParaRPr/>
          </a:p>
        </p:txBody>
      </p:sp>
      <p:sp>
        <p:nvSpPr>
          <p:cNvPr id="323" name="Google Shape;323;p21"/>
          <p:cNvSpPr txBox="1"/>
          <p:nvPr>
            <p:ph idx="1" type="body"/>
          </p:nvPr>
        </p:nvSpPr>
        <p:spPr>
          <a:xfrm>
            <a:off x="457201" y="1935480"/>
            <a:ext cx="7482664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s-ES"/>
              <a:t>En esa carpeta 🡪 click derecho en el archivo autorun.sh 🡪 Ejecutar como un programa 🡪 Nos pide la contraseña de usuario.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s-ES"/>
              <a:t>Nos dirá que no tenemos instalado bzip2 tar.</a:t>
            </a:r>
            <a:endParaRPr/>
          </a:p>
          <a:p>
            <a:pPr indent="-889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s-ES"/>
              <a:t>Lanzamos de nuevo autorun.sh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s-ES"/>
              <a:t>Ver 🡪 Modo pantalla completa (menú de Oracle).</a:t>
            </a:r>
            <a:endParaRPr/>
          </a:p>
          <a:p>
            <a:pPr indent="-889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t/>
            </a:r>
            <a:endParaRPr/>
          </a:p>
        </p:txBody>
      </p:sp>
      <p:pic>
        <p:nvPicPr>
          <p:cNvPr id="324" name="Google Shape;32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865" y="2617351"/>
            <a:ext cx="4038950" cy="2751058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1"/>
          <p:cNvSpPr/>
          <p:nvPr/>
        </p:nvSpPr>
        <p:spPr>
          <a:xfrm flipH="1" rot="10800000">
            <a:off x="10469845" y="2979418"/>
            <a:ext cx="640115" cy="541021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6" name="Google Shape;326;p21"/>
          <p:cNvSpPr txBox="1"/>
          <p:nvPr/>
        </p:nvSpPr>
        <p:spPr>
          <a:xfrm>
            <a:off x="8488504" y="5720136"/>
            <a:ext cx="3078655" cy="369332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YA TENEMOS LA VM LISTA!</a:t>
            </a:r>
            <a:endParaRPr/>
          </a:p>
        </p:txBody>
      </p:sp>
      <p:sp>
        <p:nvSpPr>
          <p:cNvPr id="327" name="Google Shape;327;p21"/>
          <p:cNvSpPr txBox="1"/>
          <p:nvPr/>
        </p:nvSpPr>
        <p:spPr>
          <a:xfrm>
            <a:off x="8549463" y="6209407"/>
            <a:ext cx="301769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Para que nos desaparezca el CD, click derecho 🡪 Expulsar</a:t>
            </a:r>
            <a:endParaRPr sz="1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28" name="Google Shape;32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8435" y="3429000"/>
            <a:ext cx="2724530" cy="276264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1"/>
          <p:cNvSpPr txBox="1"/>
          <p:nvPr/>
        </p:nvSpPr>
        <p:spPr>
          <a:xfrm>
            <a:off x="659642" y="5840075"/>
            <a:ext cx="5379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**En VMWare 🡪 sudo apt install open-vm-tools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stela de condensación">
  <a:themeElements>
    <a:clrScheme name="Vapor Trail">
      <a:dk1>
        <a:srgbClr val="000000"/>
      </a:dk1>
      <a:lt1>
        <a:srgbClr val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2022-11-04T09:24:15Z</dcterms:created>
  <dc:creator>Jon Ander Maiz Barba</dc:creator>
</cp:coreProperties>
</file>