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Old Standard TT"/>
      <p:regular r:id="rId23"/>
      <p:bold r:id="rId24"/>
      <p: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OldStandardTT-bold.fntdata"/><Relationship Id="rId23" Type="http://schemas.openxmlformats.org/officeDocument/2006/relationships/font" Target="fonts/OldStandardT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46888e91c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46888e91c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4645ed16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4645ed16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4645ed16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04645ed16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046888e9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046888e9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46888e9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046888e9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46888e91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046888e91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46888e91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46888e91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46888e91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46888e91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46888e91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46888e91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46888e91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046888e91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46888e91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46888e91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46888e91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46888e91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46888e91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46888e91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46888e91c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46888e91c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046888e91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046888e91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46888e91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046888e91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nodered.org/docs/getting-started/local" TargetMode="External"/><Relationship Id="rId4" Type="http://schemas.openxmlformats.org/officeDocument/2006/relationships/image" Target="../media/image20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5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Node-red en Ubuntu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 paso a paso +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Big Data Aplicado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7302" y="60801"/>
            <a:ext cx="1570500" cy="15705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7155000" y="4392350"/>
            <a:ext cx="1762800" cy="5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Jon Ander Maiz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68" name="Google Shape;68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Instalación node-red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Instalación node-js.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Instalación npm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Instalación node-red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Ejemplo de flujo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Nodo tiempo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Nodo función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Nodo debug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Instalación de nodos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s"/>
              <a:t>Nodo Influxdb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Inicio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https://nodered.org/docs/getting-started/local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 primero que vemos es que necesitamos tener instalado antes Node.js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Al entrar en el link, nos recomiendan la siguiente versión: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6000" y="1990850"/>
            <a:ext cx="4844575" cy="85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9150" y="3298847"/>
            <a:ext cx="3286125" cy="11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 node.js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 su vez, nos enlazan a cómo instalar Node.js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el siguiente enlace vemos cómo instalarlo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23" y="1759848"/>
            <a:ext cx="6484875" cy="6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6975" y="3023725"/>
            <a:ext cx="4188449" cy="19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s"/>
              <a:t>Instalación node.js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Lanzamos el primer comando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Cerramos la terminal y abrimos otra (nos lo pone en lo que acabamos de lanzar)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Lanzamos el segundo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Comprobamos la versión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325" y="1910675"/>
            <a:ext cx="2226675" cy="2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2410" r="0" t="0"/>
          <a:stretch/>
        </p:blipFill>
        <p:spPr>
          <a:xfrm>
            <a:off x="3335975" y="2223575"/>
            <a:ext cx="1471525" cy="2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 node-red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Instalamos npm, ya que si lanzamos la orden para instalar node-red antes no lo encontrará.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Instalamos node-red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950" y="1861645"/>
            <a:ext cx="3423400" cy="46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3975" y="2477825"/>
            <a:ext cx="4845091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8425" y="3492075"/>
            <a:ext cx="4099424" cy="2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Lanzar node-red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Para lanzar node-red ponemos en terminal: node-red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Dejar la terminal esa, no cerrar, ni escribir en ella.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firefox → localhost:1880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Qué es node-red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 una h</a:t>
            </a:r>
            <a:r>
              <a:rPr lang="es"/>
              <a:t>erramienta de programación visual basada en JavaScript.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Está diseñada para conectar dispositivos, APIs y servicios en el IoT, procesar esos datos, y hacer uso de ellos.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Guardarlos en una base de datos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Activar otros servicios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Componentes: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Nodos: Elementos que realizan funciones específicas (entrada, procesamiento, salida).</a:t>
            </a:r>
            <a:endParaRPr sz="14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Conexiones: Enlaces que conectan nodos y permiten el flujo de datos.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Cuenta con una amplia biblioteca de nodos disponibles para diversas aplicaciones.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3700" y="1861263"/>
            <a:ext cx="2749949" cy="14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Creando un flujo de trabajo - Ejemplo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71600"/>
            <a:ext cx="8520600" cy="3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Objetivo:</a:t>
            </a:r>
            <a:r>
              <a:rPr lang="es"/>
              <a:t> crear un flujo de trabajo que cada 5 segundos cree dos temperaturas y las vuelque en influxdb.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 primero es arrastrar el nodo de inject.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Una vez lo tenemos en nuestro flujo, doble click.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Elegimos intervalo → cada 5 segundos → Hecho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El punto azul marca que se han hecho cambios, pero que todavía no se han guardado.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600" y="1989300"/>
            <a:ext cx="3624725" cy="76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0646" y="1989300"/>
            <a:ext cx="2974944" cy="2528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9075" y="3780545"/>
            <a:ext cx="1595650" cy="5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s"/>
              <a:t>Creando un flujo de trabajo - Ejemplo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Arrastramos el nodo de función.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En este nodo vamos a crear las temperaturas. Una de las temperaturas haremos que oscile entre 15ºC y 40ºC, y la otra entre 5ºC y 55ºC.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Le hemos pedido el código a chatgpt.</a:t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369" y="2319175"/>
            <a:ext cx="3563924" cy="157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2469625"/>
            <a:ext cx="4758600" cy="17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Guardamos la función, y unimos el nodo al nodo de tiempo.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397" y="3296672"/>
            <a:ext cx="4011900" cy="9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s"/>
              <a:t>Creando un flujo de trabajo -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ver lo que obtenemos, vamos a utilizar el nodo de debug.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Este nodo muestra mensajes en la pestaña "Debug" de la interfaz.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Uso: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"/>
              <a:t>Ayuda a depurar flujos mostrando el contenido de mensajes.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s"/>
              <a:t>Permite visualizar datos en tiempo real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Unimos el nodo debug a la salida de la función.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9875" y="1253075"/>
            <a:ext cx="1061998" cy="2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0021" y="2068600"/>
            <a:ext cx="2035450" cy="132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/>
          <p:nvPr/>
        </p:nvSpPr>
        <p:spPr>
          <a:xfrm>
            <a:off x="7234700" y="2734075"/>
            <a:ext cx="1393500" cy="211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42" name="Google Shape;14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0400" y="3798050"/>
            <a:ext cx="6052017" cy="61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s"/>
              <a:t>Creando un flujo de trabajo -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que un flujo empiece a funcionar → Instanciar.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Una vez lanzado, a la derecha deberíamos ver los valores que se van creando, en la pestaña de debug.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Cualquier cosa que usemos en node-red está en formato json.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6950" y="1253050"/>
            <a:ext cx="1054609" cy="26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4500" y="2170375"/>
            <a:ext cx="2153625" cy="231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383600" y="3389850"/>
            <a:ext cx="58335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JSON (JavaScript Object Notation) es un formato ligero de intercambio de datos que es fácil de leer y escribir para humanos y fácil de parsear y generar para máquinas.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s"/>
              <a:t>Creando un flujo de trabajo - Ejemplo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vez nos aseguramos de estar creando los datos correctamente, vamos a subirlos a influxdb.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ello, tenemos que instalar los nodos que nos permiten comunicarnos con influxdb.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0674" y="2460050"/>
            <a:ext cx="1566550" cy="24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5"/>
          <p:cNvSpPr txBox="1"/>
          <p:nvPr/>
        </p:nvSpPr>
        <p:spPr>
          <a:xfrm>
            <a:off x="360125" y="2571750"/>
            <a:ext cx="55125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Para instalar cualquier nodo, en las 3 barritas → administrar paleta.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En instalar → buscamos influxdb → el que buscamos es</a:t>
            </a:r>
            <a:r>
              <a:rPr b="1"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 node-red-contrib-influxdb</a:t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6342225" y="4682175"/>
            <a:ext cx="1056900" cy="2112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s"/>
              <a:t>Creando un flujo de trabajo -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171600"/>
            <a:ext cx="8520600" cy="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Le damos a instalar.</a:t>
            </a:r>
            <a:endParaRPr/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8575" y="1171600"/>
            <a:ext cx="4493725" cy="210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38283" y="3010450"/>
            <a:ext cx="663808" cy="2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6"/>
          <p:cNvSpPr/>
          <p:nvPr/>
        </p:nvSpPr>
        <p:spPr>
          <a:xfrm>
            <a:off x="4600024" y="2771949"/>
            <a:ext cx="1471800" cy="1704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0" name="Google Shape;170;p26"/>
          <p:cNvSpPr/>
          <p:nvPr/>
        </p:nvSpPr>
        <p:spPr>
          <a:xfrm>
            <a:off x="8138275" y="3050500"/>
            <a:ext cx="693900" cy="2298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326725" y="1624200"/>
            <a:ext cx="3849000" cy="26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Nos aparecerán los nodos de influxdb en la paleta de nodos.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Arrastramos el nodo influxdb-out.</a:t>
            </a:r>
            <a:endParaRPr sz="180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8225" y="2522700"/>
            <a:ext cx="1283225" cy="11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s"/>
              <a:t>Creando un flujo de trabajo - Ejemplo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311700" y="1171600"/>
            <a:ext cx="85206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En el nodo, vamos a elegir servidor.</a:t>
            </a: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875" y="960225"/>
            <a:ext cx="3719559" cy="158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/>
          <p:nvPr/>
        </p:nvSpPr>
        <p:spPr>
          <a:xfrm>
            <a:off x="7784805" y="1651621"/>
            <a:ext cx="273900" cy="283800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1875" y="2716100"/>
            <a:ext cx="3719551" cy="153633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350825" y="1524775"/>
            <a:ext cx="4308300" cy="32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Le damos un nombre (el que sea)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Versión 2.0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URL, la mantenemos si estamos en local.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Token de influxdb.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Esto modifica la pestaña que teníamos antes en el nodo influxdb. Ahora aparecen otras opciones como organización y bucket.</a:t>
            </a:r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37048" y="3577750"/>
            <a:ext cx="2235649" cy="14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es"/>
              <a:t>Creando un flujo de trabajo - Ejemplo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Metemos los datos de organización, bucket (que tendremos que crear en influxdb) y le damos un nombre a la measurement.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Una vez lo tengamos →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2869" y="1567600"/>
            <a:ext cx="3208750" cy="210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6350" y="2075075"/>
            <a:ext cx="1054609" cy="2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 txBox="1"/>
          <p:nvPr/>
        </p:nvSpPr>
        <p:spPr>
          <a:xfrm>
            <a:off x="311700" y="2344975"/>
            <a:ext cx="5373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Deberíamos estar subiendo datos a influxdb en tiempo real.</a:t>
            </a:r>
            <a:endParaRPr/>
          </a:p>
        </p:txBody>
      </p:sp>
      <p:pic>
        <p:nvPicPr>
          <p:cNvPr id="193" name="Google Shape;19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475" y="3737475"/>
            <a:ext cx="3818508" cy="108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0" y="3737473"/>
            <a:ext cx="3802543" cy="10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Moltes gracies!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